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0" r:id="rId5"/>
    <p:sldId id="259" r:id="rId6"/>
    <p:sldId id="261" r:id="rId7"/>
    <p:sldId id="262" r:id="rId8"/>
    <p:sldId id="263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6CA18-4401-414B-AAEC-87C015C87688}" v="7" dt="2026-08-15T23:06:55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McCarthy" userId="946b4fef28eb09d6" providerId="LiveId" clId="{C605F247-6D44-47F7-9EE4-F6BCBF57058D}"/>
    <pc:docChg chg="undo custSel addSld delSld modSld sldOrd">
      <pc:chgData name="Noah McCarthy" userId="946b4fef28eb09d6" providerId="LiveId" clId="{C605F247-6D44-47F7-9EE4-F6BCBF57058D}" dt="2026-08-15T23:12:20.250" v="2897" actId="26606"/>
      <pc:docMkLst>
        <pc:docMk/>
      </pc:docMkLst>
      <pc:sldChg chg="modSp new mod">
        <pc:chgData name="Noah McCarthy" userId="946b4fef28eb09d6" providerId="LiveId" clId="{C605F247-6D44-47F7-9EE4-F6BCBF57058D}" dt="2026-08-15T22:36:42.773" v="66" actId="20577"/>
        <pc:sldMkLst>
          <pc:docMk/>
          <pc:sldMk cId="2868845963" sldId="256"/>
        </pc:sldMkLst>
        <pc:spChg chg="mod">
          <ac:chgData name="Noah McCarthy" userId="946b4fef28eb09d6" providerId="LiveId" clId="{C605F247-6D44-47F7-9EE4-F6BCBF57058D}" dt="2026-08-15T22:36:28.689" v="34" actId="20577"/>
          <ac:spMkLst>
            <pc:docMk/>
            <pc:sldMk cId="2868845963" sldId="256"/>
            <ac:spMk id="2" creationId="{6038EC4D-5725-14BD-5ADF-3AFF783C97E1}"/>
          </ac:spMkLst>
        </pc:spChg>
        <pc:spChg chg="mod">
          <ac:chgData name="Noah McCarthy" userId="946b4fef28eb09d6" providerId="LiveId" clId="{C605F247-6D44-47F7-9EE4-F6BCBF57058D}" dt="2026-08-15T22:36:42.773" v="66" actId="20577"/>
          <ac:spMkLst>
            <pc:docMk/>
            <pc:sldMk cId="2868845963" sldId="256"/>
            <ac:spMk id="3" creationId="{1E26595A-13A1-0124-D02E-1088DB7A7C7D}"/>
          </ac:spMkLst>
        </pc:spChg>
      </pc:sldChg>
      <pc:sldChg chg="addSp delSp modSp new mod modClrScheme chgLayout">
        <pc:chgData name="Noah McCarthy" userId="946b4fef28eb09d6" providerId="LiveId" clId="{C605F247-6D44-47F7-9EE4-F6BCBF57058D}" dt="2026-08-15T23:10:43.112" v="2691" actId="1076"/>
        <pc:sldMkLst>
          <pc:docMk/>
          <pc:sldMk cId="2317900318" sldId="257"/>
        </pc:sldMkLst>
        <pc:spChg chg="mod">
          <ac:chgData name="Noah McCarthy" userId="946b4fef28eb09d6" providerId="LiveId" clId="{C605F247-6D44-47F7-9EE4-F6BCBF57058D}" dt="2026-08-15T23:10:31.792" v="2690" actId="26606"/>
          <ac:spMkLst>
            <pc:docMk/>
            <pc:sldMk cId="2317900318" sldId="257"/>
            <ac:spMk id="2" creationId="{5A4CAF3F-F8F6-9A59-0276-CB479C1EA7FC}"/>
          </ac:spMkLst>
        </pc:spChg>
        <pc:spChg chg="del mod">
          <ac:chgData name="Noah McCarthy" userId="946b4fef28eb09d6" providerId="LiveId" clId="{C605F247-6D44-47F7-9EE4-F6BCBF57058D}" dt="2026-08-15T23:10:19.225" v="2687" actId="26606"/>
          <ac:spMkLst>
            <pc:docMk/>
            <pc:sldMk cId="2317900318" sldId="257"/>
            <ac:spMk id="3" creationId="{8996E9ED-50FB-09BF-38B3-2D56580EA58D}"/>
          </ac:spMkLst>
        </pc:spChg>
        <pc:spChg chg="add del mod">
          <ac:chgData name="Noah McCarthy" userId="946b4fef28eb09d6" providerId="LiveId" clId="{C605F247-6D44-47F7-9EE4-F6BCBF57058D}" dt="2026-08-15T23:10:21.820" v="2688" actId="478"/>
          <ac:spMkLst>
            <pc:docMk/>
            <pc:sldMk cId="2317900318" sldId="257"/>
            <ac:spMk id="9" creationId="{5B6FC9DD-46BF-E4E8-566C-3889FD89748F}"/>
          </ac:spMkLst>
        </pc:spChg>
        <pc:spChg chg="add mod">
          <ac:chgData name="Noah McCarthy" userId="946b4fef28eb09d6" providerId="LiveId" clId="{C605F247-6D44-47F7-9EE4-F6BCBF57058D}" dt="2026-08-15T23:10:31.792" v="2690" actId="26606"/>
          <ac:spMkLst>
            <pc:docMk/>
            <pc:sldMk cId="2317900318" sldId="257"/>
            <ac:spMk id="11" creationId="{7D84D2A1-DE03-9F49-5DCB-3571AB94C4ED}"/>
          </ac:spMkLst>
        </pc:spChg>
        <pc:graphicFrameChg chg="add mod modGraphic">
          <ac:chgData name="Noah McCarthy" userId="946b4fef28eb09d6" providerId="LiveId" clId="{C605F247-6D44-47F7-9EE4-F6BCBF57058D}" dt="2026-08-15T23:10:43.112" v="2691" actId="1076"/>
          <ac:graphicFrameMkLst>
            <pc:docMk/>
            <pc:sldMk cId="2317900318" sldId="257"/>
            <ac:graphicFrameMk id="5" creationId="{F1C97D63-D5D4-133A-BC99-32074B68DE61}"/>
          </ac:graphicFrameMkLst>
        </pc:graphicFrameChg>
        <pc:picChg chg="add">
          <ac:chgData name="Noah McCarthy" userId="946b4fef28eb09d6" providerId="LiveId" clId="{C605F247-6D44-47F7-9EE4-F6BCBF57058D}" dt="2026-08-15T23:10:31.792" v="2690" actId="26606"/>
          <ac:picMkLst>
            <pc:docMk/>
            <pc:sldMk cId="2317900318" sldId="257"/>
            <ac:picMk id="7" creationId="{FB0ACF25-7293-3F6A-BFA0-F070BE0A1F33}"/>
          </ac:picMkLst>
        </pc:picChg>
      </pc:sldChg>
      <pc:sldChg chg="modSp new mod">
        <pc:chgData name="Noah McCarthy" userId="946b4fef28eb09d6" providerId="LiveId" clId="{C605F247-6D44-47F7-9EE4-F6BCBF57058D}" dt="2026-08-15T22:39:54.122" v="119"/>
        <pc:sldMkLst>
          <pc:docMk/>
          <pc:sldMk cId="4131576078" sldId="258"/>
        </pc:sldMkLst>
        <pc:spChg chg="mod">
          <ac:chgData name="Noah McCarthy" userId="946b4fef28eb09d6" providerId="LiveId" clId="{C605F247-6D44-47F7-9EE4-F6BCBF57058D}" dt="2026-08-15T22:38:06.784" v="114" actId="20577"/>
          <ac:spMkLst>
            <pc:docMk/>
            <pc:sldMk cId="4131576078" sldId="258"/>
            <ac:spMk id="2" creationId="{3F4B613E-5A33-3AAF-6BD5-8C492C4E3958}"/>
          </ac:spMkLst>
        </pc:spChg>
        <pc:spChg chg="mod">
          <ac:chgData name="Noah McCarthy" userId="946b4fef28eb09d6" providerId="LiveId" clId="{C605F247-6D44-47F7-9EE4-F6BCBF57058D}" dt="2026-08-15T22:39:54.122" v="119"/>
          <ac:spMkLst>
            <pc:docMk/>
            <pc:sldMk cId="4131576078" sldId="258"/>
            <ac:spMk id="3" creationId="{74F0AC62-6AFC-7AA8-801A-7723DF3E3306}"/>
          </ac:spMkLst>
        </pc:spChg>
      </pc:sldChg>
      <pc:sldChg chg="addSp delSp modSp new mod ord modClrScheme chgLayout">
        <pc:chgData name="Noah McCarthy" userId="946b4fef28eb09d6" providerId="LiveId" clId="{C605F247-6D44-47F7-9EE4-F6BCBF57058D}" dt="2026-08-15T23:06:33.293" v="2062" actId="26606"/>
        <pc:sldMkLst>
          <pc:docMk/>
          <pc:sldMk cId="254559658" sldId="259"/>
        </pc:sldMkLst>
        <pc:spChg chg="mod">
          <ac:chgData name="Noah McCarthy" userId="946b4fef28eb09d6" providerId="LiveId" clId="{C605F247-6D44-47F7-9EE4-F6BCBF57058D}" dt="2026-08-15T23:06:33.293" v="2062" actId="26606"/>
          <ac:spMkLst>
            <pc:docMk/>
            <pc:sldMk cId="254559658" sldId="259"/>
            <ac:spMk id="2" creationId="{C53DB3CD-F41C-C923-D116-9BBC31184445}"/>
          </ac:spMkLst>
        </pc:spChg>
        <pc:spChg chg="add del mod">
          <ac:chgData name="Noah McCarthy" userId="946b4fef28eb09d6" providerId="LiveId" clId="{C605F247-6D44-47F7-9EE4-F6BCBF57058D}" dt="2026-08-15T23:06:33.293" v="2062" actId="26606"/>
          <ac:spMkLst>
            <pc:docMk/>
            <pc:sldMk cId="254559658" sldId="259"/>
            <ac:spMk id="3" creationId="{747B9431-5F86-60FB-F920-08A35B0349B4}"/>
          </ac:spMkLst>
        </pc:spChg>
        <pc:spChg chg="add del mod">
          <ac:chgData name="Noah McCarthy" userId="946b4fef28eb09d6" providerId="LiveId" clId="{C605F247-6D44-47F7-9EE4-F6BCBF57058D}" dt="2026-08-15T23:06:21.754" v="2057" actId="26606"/>
          <ac:spMkLst>
            <pc:docMk/>
            <pc:sldMk cId="254559658" sldId="259"/>
            <ac:spMk id="8" creationId="{9A9A42F1-2908-B1FB-0827-8EE91F83A921}"/>
          </ac:spMkLst>
        </pc:spChg>
        <pc:spChg chg="add del mod">
          <ac:chgData name="Noah McCarthy" userId="946b4fef28eb09d6" providerId="LiveId" clId="{C605F247-6D44-47F7-9EE4-F6BCBF57058D}" dt="2026-08-15T23:06:33.273" v="2061" actId="26606"/>
          <ac:spMkLst>
            <pc:docMk/>
            <pc:sldMk cId="254559658" sldId="259"/>
            <ac:spMk id="9" creationId="{E1676342-57F1-0D44-3DCD-B7AC1195BB6A}"/>
          </ac:spMkLst>
        </pc:spChg>
        <pc:graphicFrameChg chg="add del mod">
          <ac:chgData name="Noah McCarthy" userId="946b4fef28eb09d6" providerId="LiveId" clId="{C605F247-6D44-47F7-9EE4-F6BCBF57058D}" dt="2026-08-15T23:06:33.273" v="2061" actId="26606"/>
          <ac:graphicFrameMkLst>
            <pc:docMk/>
            <pc:sldMk cId="254559658" sldId="259"/>
            <ac:graphicFrameMk id="7" creationId="{8181DDCF-2ABE-2F48-22D1-519E0ADA059E}"/>
          </ac:graphicFrameMkLst>
        </pc:graphicFrameChg>
        <pc:graphicFrameChg chg="add">
          <ac:chgData name="Noah McCarthy" userId="946b4fef28eb09d6" providerId="LiveId" clId="{C605F247-6D44-47F7-9EE4-F6BCBF57058D}" dt="2026-08-15T23:06:33.293" v="2062" actId="26606"/>
          <ac:graphicFrameMkLst>
            <pc:docMk/>
            <pc:sldMk cId="254559658" sldId="259"/>
            <ac:graphicFrameMk id="11" creationId="{38185338-0FAD-439E-96ED-95CA24BF36AE}"/>
          </ac:graphicFrameMkLst>
        </pc:graphicFrameChg>
        <pc:picChg chg="add del">
          <ac:chgData name="Noah McCarthy" userId="946b4fef28eb09d6" providerId="LiveId" clId="{C605F247-6D44-47F7-9EE4-F6BCBF57058D}" dt="2026-08-15T23:06:24.419" v="2059" actId="26606"/>
          <ac:picMkLst>
            <pc:docMk/>
            <pc:sldMk cId="254559658" sldId="259"/>
            <ac:picMk id="5" creationId="{7F7219B2-783E-A8F0-4C11-EF93B33791E0}"/>
          </ac:picMkLst>
        </pc:picChg>
      </pc:sldChg>
      <pc:sldChg chg="addSp delSp modSp new mod ord modClrScheme chgLayout">
        <pc:chgData name="Noah McCarthy" userId="946b4fef28eb09d6" providerId="LiveId" clId="{C605F247-6D44-47F7-9EE4-F6BCBF57058D}" dt="2026-08-15T23:06:55.206" v="2064" actId="931"/>
        <pc:sldMkLst>
          <pc:docMk/>
          <pc:sldMk cId="2477420301" sldId="260"/>
        </pc:sldMkLst>
        <pc:spChg chg="mod">
          <ac:chgData name="Noah McCarthy" userId="946b4fef28eb09d6" providerId="LiveId" clId="{C605F247-6D44-47F7-9EE4-F6BCBF57058D}" dt="2026-08-15T23:06:41.410" v="2063" actId="26606"/>
          <ac:spMkLst>
            <pc:docMk/>
            <pc:sldMk cId="2477420301" sldId="260"/>
            <ac:spMk id="2" creationId="{78F2C5D3-33ED-C26D-3E5F-51EF40D9A453}"/>
          </ac:spMkLst>
        </pc:spChg>
        <pc:spChg chg="del mod">
          <ac:chgData name="Noah McCarthy" userId="946b4fef28eb09d6" providerId="LiveId" clId="{C605F247-6D44-47F7-9EE4-F6BCBF57058D}" dt="2026-08-15T23:06:41.410" v="2063" actId="26606"/>
          <ac:spMkLst>
            <pc:docMk/>
            <pc:sldMk cId="2477420301" sldId="260"/>
            <ac:spMk id="3" creationId="{9F4D8F8E-4533-E605-5820-C9A336BD6D92}"/>
          </ac:spMkLst>
        </pc:spChg>
        <pc:spChg chg="add del mod">
          <ac:chgData name="Noah McCarthy" userId="946b4fef28eb09d6" providerId="LiveId" clId="{C605F247-6D44-47F7-9EE4-F6BCBF57058D}" dt="2026-08-15T23:04:18.350" v="1818"/>
          <ac:spMkLst>
            <pc:docMk/>
            <pc:sldMk cId="2477420301" sldId="260"/>
            <ac:spMk id="4" creationId="{4954F420-746E-D2C2-ABB6-D1DE992224A1}"/>
          </ac:spMkLst>
        </pc:spChg>
        <pc:spChg chg="add del mod">
          <ac:chgData name="Noah McCarthy" userId="946b4fef28eb09d6" providerId="LiveId" clId="{C605F247-6D44-47F7-9EE4-F6BCBF57058D}" dt="2026-08-15T23:06:55.206" v="2064" actId="931"/>
          <ac:spMkLst>
            <pc:docMk/>
            <pc:sldMk cId="2477420301" sldId="260"/>
            <ac:spMk id="9" creationId="{F80D2D28-F36D-6138-F4EB-8D88E075EFBF}"/>
          </ac:spMkLst>
        </pc:spChg>
        <pc:graphicFrameChg chg="add mod">
          <ac:chgData name="Noah McCarthy" userId="946b4fef28eb09d6" providerId="LiveId" clId="{C605F247-6D44-47F7-9EE4-F6BCBF57058D}" dt="2026-08-15T23:06:41.410" v="2063" actId="26606"/>
          <ac:graphicFrameMkLst>
            <pc:docMk/>
            <pc:sldMk cId="2477420301" sldId="260"/>
            <ac:graphicFrameMk id="5" creationId="{784B0D5C-9614-37C9-003D-83819628C9BD}"/>
          </ac:graphicFrameMkLst>
        </pc:graphicFrameChg>
        <pc:picChg chg="add mod">
          <ac:chgData name="Noah McCarthy" userId="946b4fef28eb09d6" providerId="LiveId" clId="{C605F247-6D44-47F7-9EE4-F6BCBF57058D}" dt="2026-08-15T23:06:55.206" v="2064" actId="931"/>
          <ac:picMkLst>
            <pc:docMk/>
            <pc:sldMk cId="2477420301" sldId="260"/>
            <ac:picMk id="7" creationId="{DAAB118D-54C5-C34C-014E-F0984A0232E5}"/>
          </ac:picMkLst>
        </pc:picChg>
      </pc:sldChg>
      <pc:sldChg chg="addSp delSp modSp new mod modClrScheme chgLayout">
        <pc:chgData name="Noah McCarthy" userId="946b4fef28eb09d6" providerId="LiveId" clId="{C605F247-6D44-47F7-9EE4-F6BCBF57058D}" dt="2026-08-15T22:56:51.591" v="709" actId="26606"/>
        <pc:sldMkLst>
          <pc:docMk/>
          <pc:sldMk cId="2460044279" sldId="261"/>
        </pc:sldMkLst>
        <pc:spChg chg="mod">
          <ac:chgData name="Noah McCarthy" userId="946b4fef28eb09d6" providerId="LiveId" clId="{C605F247-6D44-47F7-9EE4-F6BCBF57058D}" dt="2026-08-15T22:56:51.591" v="709" actId="26606"/>
          <ac:spMkLst>
            <pc:docMk/>
            <pc:sldMk cId="2460044279" sldId="261"/>
            <ac:spMk id="2" creationId="{E962B079-C88A-97DE-0D47-8999C096593C}"/>
          </ac:spMkLst>
        </pc:spChg>
        <pc:spChg chg="add del mod">
          <ac:chgData name="Noah McCarthy" userId="946b4fef28eb09d6" providerId="LiveId" clId="{C605F247-6D44-47F7-9EE4-F6BCBF57058D}" dt="2026-08-15T22:56:51.591" v="709" actId="26606"/>
          <ac:spMkLst>
            <pc:docMk/>
            <pc:sldMk cId="2460044279" sldId="261"/>
            <ac:spMk id="3" creationId="{7A8C89A7-D1E7-BB63-F5B9-725C8D0F8C23}"/>
          </ac:spMkLst>
        </pc:spChg>
        <pc:spChg chg="add del mod">
          <ac:chgData name="Noah McCarthy" userId="946b4fef28eb09d6" providerId="LiveId" clId="{C605F247-6D44-47F7-9EE4-F6BCBF57058D}" dt="2026-08-15T22:56:33.222" v="694" actId="26606"/>
          <ac:spMkLst>
            <pc:docMk/>
            <pc:sldMk cId="2460044279" sldId="261"/>
            <ac:spMk id="8" creationId="{867F1EB5-39E6-0EF3-7060-10BA13A13EE1}"/>
          </ac:spMkLst>
        </pc:spChg>
        <pc:spChg chg="add del mod">
          <ac:chgData name="Noah McCarthy" userId="946b4fef28eb09d6" providerId="LiveId" clId="{C605F247-6D44-47F7-9EE4-F6BCBF57058D}" dt="2026-08-15T22:56:44.976" v="702" actId="26606"/>
          <ac:spMkLst>
            <pc:docMk/>
            <pc:sldMk cId="2460044279" sldId="261"/>
            <ac:spMk id="9" creationId="{9841F340-B9E2-1D89-2B35-927E6C572D5C}"/>
          </ac:spMkLst>
        </pc:spChg>
        <pc:spChg chg="add del mod">
          <ac:chgData name="Noah McCarthy" userId="946b4fef28eb09d6" providerId="LiveId" clId="{C605F247-6D44-47F7-9EE4-F6BCBF57058D}" dt="2026-08-15T22:56:40.918" v="700" actId="26606"/>
          <ac:spMkLst>
            <pc:docMk/>
            <pc:sldMk cId="2460044279" sldId="261"/>
            <ac:spMk id="10" creationId="{527FE567-22E7-7A35-4BEE-3C9D319D35E3}"/>
          </ac:spMkLst>
        </pc:spChg>
        <pc:spChg chg="add del mod">
          <ac:chgData name="Noah McCarthy" userId="946b4fef28eb09d6" providerId="LiveId" clId="{C605F247-6D44-47F7-9EE4-F6BCBF57058D}" dt="2026-08-15T22:56:46.895" v="704" actId="26606"/>
          <ac:spMkLst>
            <pc:docMk/>
            <pc:sldMk cId="2460044279" sldId="261"/>
            <ac:spMk id="14" creationId="{63CC30E4-C686-16ED-9BEC-A7E03E799574}"/>
          </ac:spMkLst>
        </pc:spChg>
        <pc:spChg chg="add del mod">
          <ac:chgData name="Noah McCarthy" userId="946b4fef28eb09d6" providerId="LiveId" clId="{C605F247-6D44-47F7-9EE4-F6BCBF57058D}" dt="2026-08-15T22:56:48.820" v="706" actId="26606"/>
          <ac:spMkLst>
            <pc:docMk/>
            <pc:sldMk cId="2460044279" sldId="261"/>
            <ac:spMk id="17" creationId="{4C00B3D1-494F-0A73-E481-A358784FD9A8}"/>
          </ac:spMkLst>
        </pc:spChg>
        <pc:spChg chg="add del mod">
          <ac:chgData name="Noah McCarthy" userId="946b4fef28eb09d6" providerId="LiveId" clId="{C605F247-6D44-47F7-9EE4-F6BCBF57058D}" dt="2026-08-15T22:56:51.588" v="708" actId="26606"/>
          <ac:spMkLst>
            <pc:docMk/>
            <pc:sldMk cId="2460044279" sldId="261"/>
            <ac:spMk id="20" creationId="{7A8C89A7-D1E7-BB63-F5B9-725C8D0F8C23}"/>
          </ac:spMkLst>
        </pc:spChg>
        <pc:spChg chg="add mod">
          <ac:chgData name="Noah McCarthy" userId="946b4fef28eb09d6" providerId="LiveId" clId="{C605F247-6D44-47F7-9EE4-F6BCBF57058D}" dt="2026-08-15T22:56:51.591" v="709" actId="26606"/>
          <ac:spMkLst>
            <pc:docMk/>
            <pc:sldMk cId="2460044279" sldId="261"/>
            <ac:spMk id="22" creationId="{7A8C89A7-D1E7-BB63-F5B9-725C8D0F8C23}"/>
          </ac:spMkLst>
        </pc:spChg>
        <pc:graphicFrameChg chg="add del mod">
          <ac:chgData name="Noah McCarthy" userId="946b4fef28eb09d6" providerId="LiveId" clId="{C605F247-6D44-47F7-9EE4-F6BCBF57058D}" dt="2026-08-15T22:56:40.918" v="700" actId="26606"/>
          <ac:graphicFrameMkLst>
            <pc:docMk/>
            <pc:sldMk cId="2460044279" sldId="261"/>
            <ac:graphicFrameMk id="5" creationId="{28FEB0BB-DF97-D3D9-24C2-ADD23F9211D2}"/>
          </ac:graphicFrameMkLst>
        </pc:graphicFrameChg>
        <pc:graphicFrameChg chg="add del mod">
          <ac:chgData name="Noah McCarthy" userId="946b4fef28eb09d6" providerId="LiveId" clId="{C605F247-6D44-47F7-9EE4-F6BCBF57058D}" dt="2026-08-15T22:56:44.976" v="702" actId="26606"/>
          <ac:graphicFrameMkLst>
            <pc:docMk/>
            <pc:sldMk cId="2460044279" sldId="261"/>
            <ac:graphicFrameMk id="12" creationId="{473E71ED-AB48-24F4-E53B-F46C4A5827FF}"/>
          </ac:graphicFrameMkLst>
        </pc:graphicFrameChg>
        <pc:graphicFrameChg chg="add del mod">
          <ac:chgData name="Noah McCarthy" userId="946b4fef28eb09d6" providerId="LiveId" clId="{C605F247-6D44-47F7-9EE4-F6BCBF57058D}" dt="2026-08-15T22:56:46.895" v="704" actId="26606"/>
          <ac:graphicFrameMkLst>
            <pc:docMk/>
            <pc:sldMk cId="2460044279" sldId="261"/>
            <ac:graphicFrameMk id="15" creationId="{58EA6913-6276-E090-E362-FC5558F4A5A2}"/>
          </ac:graphicFrameMkLst>
        </pc:graphicFrameChg>
        <pc:graphicFrameChg chg="add del mod">
          <ac:chgData name="Noah McCarthy" userId="946b4fef28eb09d6" providerId="LiveId" clId="{C605F247-6D44-47F7-9EE4-F6BCBF57058D}" dt="2026-08-15T22:56:48.820" v="706" actId="26606"/>
          <ac:graphicFrameMkLst>
            <pc:docMk/>
            <pc:sldMk cId="2460044279" sldId="261"/>
            <ac:graphicFrameMk id="18" creationId="{4ACD4D4C-3147-68D8-E294-531161ADE23F}"/>
          </ac:graphicFrameMkLst>
        </pc:graphicFrameChg>
        <pc:picChg chg="add del">
          <ac:chgData name="Noah McCarthy" userId="946b4fef28eb09d6" providerId="LiveId" clId="{C605F247-6D44-47F7-9EE4-F6BCBF57058D}" dt="2026-08-15T22:56:40.918" v="700" actId="26606"/>
          <ac:picMkLst>
            <pc:docMk/>
            <pc:sldMk cId="2460044279" sldId="261"/>
            <ac:picMk id="6" creationId="{FC9454BD-C29A-6A85-07DC-518CEA9519D1}"/>
          </ac:picMkLst>
        </pc:picChg>
      </pc:sldChg>
      <pc:sldChg chg="modSp new mod">
        <pc:chgData name="Noah McCarthy" userId="946b4fef28eb09d6" providerId="LiveId" clId="{C605F247-6D44-47F7-9EE4-F6BCBF57058D}" dt="2026-08-15T23:00:55.101" v="1438" actId="20577"/>
        <pc:sldMkLst>
          <pc:docMk/>
          <pc:sldMk cId="1306265427" sldId="262"/>
        </pc:sldMkLst>
        <pc:spChg chg="mod">
          <ac:chgData name="Noah McCarthy" userId="946b4fef28eb09d6" providerId="LiveId" clId="{C605F247-6D44-47F7-9EE4-F6BCBF57058D}" dt="2026-08-15T22:42:19.232" v="194" actId="20577"/>
          <ac:spMkLst>
            <pc:docMk/>
            <pc:sldMk cId="1306265427" sldId="262"/>
            <ac:spMk id="2" creationId="{48529B1D-C261-AFD8-AFCB-E7ACA85083BB}"/>
          </ac:spMkLst>
        </pc:spChg>
        <pc:spChg chg="mod">
          <ac:chgData name="Noah McCarthy" userId="946b4fef28eb09d6" providerId="LiveId" clId="{C605F247-6D44-47F7-9EE4-F6BCBF57058D}" dt="2026-08-15T23:00:55.101" v="1438" actId="20577"/>
          <ac:spMkLst>
            <pc:docMk/>
            <pc:sldMk cId="1306265427" sldId="262"/>
            <ac:spMk id="3" creationId="{58E79F20-B3FF-102A-DCAD-A4571A5EB995}"/>
          </ac:spMkLst>
        </pc:spChg>
      </pc:sldChg>
      <pc:sldChg chg="modSp new del mod ord">
        <pc:chgData name="Noah McCarthy" userId="946b4fef28eb09d6" providerId="LiveId" clId="{C605F247-6D44-47F7-9EE4-F6BCBF57058D}" dt="2026-08-15T22:44:59.286" v="287" actId="2696"/>
        <pc:sldMkLst>
          <pc:docMk/>
          <pc:sldMk cId="1060845010" sldId="263"/>
        </pc:sldMkLst>
        <pc:spChg chg="mod">
          <ac:chgData name="Noah McCarthy" userId="946b4fef28eb09d6" providerId="LiveId" clId="{C605F247-6D44-47F7-9EE4-F6BCBF57058D}" dt="2026-08-15T22:44:02.584" v="245" actId="20577"/>
          <ac:spMkLst>
            <pc:docMk/>
            <pc:sldMk cId="1060845010" sldId="263"/>
            <ac:spMk id="2" creationId="{7461765A-55E4-652D-D1C0-468A27F1942B}"/>
          </ac:spMkLst>
        </pc:spChg>
        <pc:spChg chg="mod">
          <ac:chgData name="Noah McCarthy" userId="946b4fef28eb09d6" providerId="LiveId" clId="{C605F247-6D44-47F7-9EE4-F6BCBF57058D}" dt="2026-08-15T22:44:08.586" v="260" actId="20577"/>
          <ac:spMkLst>
            <pc:docMk/>
            <pc:sldMk cId="1060845010" sldId="263"/>
            <ac:spMk id="3" creationId="{F0DA43FC-E342-F7AC-5327-13EBC9BD21F4}"/>
          </ac:spMkLst>
        </pc:spChg>
        <pc:spChg chg="mod">
          <ac:chgData name="Noah McCarthy" userId="946b4fef28eb09d6" providerId="LiveId" clId="{C605F247-6D44-47F7-9EE4-F6BCBF57058D}" dt="2026-08-15T22:44:13.200" v="275" actId="20577"/>
          <ac:spMkLst>
            <pc:docMk/>
            <pc:sldMk cId="1060845010" sldId="263"/>
            <ac:spMk id="5" creationId="{B40B74A2-FECC-222D-2377-88230FF629D7}"/>
          </ac:spMkLst>
        </pc:spChg>
        <pc:spChg chg="mod">
          <ac:chgData name="Noah McCarthy" userId="946b4fef28eb09d6" providerId="LiveId" clId="{C605F247-6D44-47F7-9EE4-F6BCBF57058D}" dt="2026-08-15T22:44:20.145" v="286" actId="20577"/>
          <ac:spMkLst>
            <pc:docMk/>
            <pc:sldMk cId="1060845010" sldId="263"/>
            <ac:spMk id="6" creationId="{A762F4AB-9579-ED66-4493-5E7EF2D2464D}"/>
          </ac:spMkLst>
        </pc:spChg>
      </pc:sldChg>
      <pc:sldChg chg="modSp new del mod">
        <pc:chgData name="Noah McCarthy" userId="946b4fef28eb09d6" providerId="LiveId" clId="{C605F247-6D44-47F7-9EE4-F6BCBF57058D}" dt="2026-08-15T22:43:48.281" v="213" actId="2696"/>
        <pc:sldMkLst>
          <pc:docMk/>
          <pc:sldMk cId="1070653075" sldId="263"/>
        </pc:sldMkLst>
        <pc:spChg chg="mod">
          <ac:chgData name="Noah McCarthy" userId="946b4fef28eb09d6" providerId="LiveId" clId="{C605F247-6D44-47F7-9EE4-F6BCBF57058D}" dt="2026-08-15T22:43:30.275" v="212" actId="20577"/>
          <ac:spMkLst>
            <pc:docMk/>
            <pc:sldMk cId="1070653075" sldId="263"/>
            <ac:spMk id="2" creationId="{6E268894-2415-173F-9B80-47533EE88988}"/>
          </ac:spMkLst>
        </pc:spChg>
      </pc:sldChg>
      <pc:sldChg chg="addSp delSp modSp new mod ord modClrScheme chgLayout">
        <pc:chgData name="Noah McCarthy" userId="946b4fef28eb09d6" providerId="LiveId" clId="{C605F247-6D44-47F7-9EE4-F6BCBF57058D}" dt="2026-08-15T23:01:52.188" v="1439" actId="26606"/>
        <pc:sldMkLst>
          <pc:docMk/>
          <pc:sldMk cId="1401525048" sldId="263"/>
        </pc:sldMkLst>
        <pc:spChg chg="mod ord">
          <ac:chgData name="Noah McCarthy" userId="946b4fef28eb09d6" providerId="LiveId" clId="{C605F247-6D44-47F7-9EE4-F6BCBF57058D}" dt="2026-08-15T23:01:52.188" v="1439" actId="26606"/>
          <ac:spMkLst>
            <pc:docMk/>
            <pc:sldMk cId="1401525048" sldId="263"/>
            <ac:spMk id="2" creationId="{3A354FD2-22B9-C1B8-70B5-3B44A92D591D}"/>
          </ac:spMkLst>
        </pc:spChg>
        <pc:spChg chg="del">
          <ac:chgData name="Noah McCarthy" userId="946b4fef28eb09d6" providerId="LiveId" clId="{C605F247-6D44-47F7-9EE4-F6BCBF57058D}" dt="2026-08-15T22:45:08.516" v="291"/>
          <ac:spMkLst>
            <pc:docMk/>
            <pc:sldMk cId="1401525048" sldId="263"/>
            <ac:spMk id="3" creationId="{EFE0E578-1FAB-97BB-FD8B-C4F2ACCCB12E}"/>
          </ac:spMkLst>
        </pc:spChg>
        <pc:spChg chg="add mod">
          <ac:chgData name="Noah McCarthy" userId="946b4fef28eb09d6" providerId="LiveId" clId="{C605F247-6D44-47F7-9EE4-F6BCBF57058D}" dt="2026-08-15T23:01:52.188" v="1439" actId="26606"/>
          <ac:spMkLst>
            <pc:docMk/>
            <pc:sldMk cId="1401525048" sldId="263"/>
            <ac:spMk id="9" creationId="{F2A35720-8C7D-529B-E8FB-1010E1BB4440}"/>
          </ac:spMkLst>
        </pc:spChg>
        <pc:picChg chg="add mod">
          <ac:chgData name="Noah McCarthy" userId="946b4fef28eb09d6" providerId="LiveId" clId="{C605F247-6D44-47F7-9EE4-F6BCBF57058D}" dt="2026-08-15T23:01:52.188" v="1439" actId="26606"/>
          <ac:picMkLst>
            <pc:docMk/>
            <pc:sldMk cId="1401525048" sldId="263"/>
            <ac:picMk id="4" creationId="{BFDAFB06-AC12-69C2-4BDC-5A26DBB2F7B3}"/>
          </ac:picMkLst>
        </pc:picChg>
      </pc:sldChg>
      <pc:sldChg chg="addSp delSp modSp new mod">
        <pc:chgData name="Noah McCarthy" userId="946b4fef28eb09d6" providerId="LiveId" clId="{C605F247-6D44-47F7-9EE4-F6BCBF57058D}" dt="2026-08-15T23:12:20.250" v="2897" actId="26606"/>
        <pc:sldMkLst>
          <pc:docMk/>
          <pc:sldMk cId="1655346050" sldId="264"/>
        </pc:sldMkLst>
        <pc:spChg chg="mod">
          <ac:chgData name="Noah McCarthy" userId="946b4fef28eb09d6" providerId="LiveId" clId="{C605F247-6D44-47F7-9EE4-F6BCBF57058D}" dt="2026-08-15T23:12:20.250" v="2897" actId="26606"/>
          <ac:spMkLst>
            <pc:docMk/>
            <pc:sldMk cId="1655346050" sldId="264"/>
            <ac:spMk id="2" creationId="{385E3BE0-0689-D956-7E4C-80C0BDE27FCC}"/>
          </ac:spMkLst>
        </pc:spChg>
        <pc:spChg chg="del mod">
          <ac:chgData name="Noah McCarthy" userId="946b4fef28eb09d6" providerId="LiveId" clId="{C605F247-6D44-47F7-9EE4-F6BCBF57058D}" dt="2026-08-15T23:12:20.250" v="2897" actId="26606"/>
          <ac:spMkLst>
            <pc:docMk/>
            <pc:sldMk cId="1655346050" sldId="264"/>
            <ac:spMk id="3" creationId="{A05F83F8-81B3-92CB-FC17-ACF5F2870BA6}"/>
          </ac:spMkLst>
        </pc:spChg>
        <pc:graphicFrameChg chg="add">
          <ac:chgData name="Noah McCarthy" userId="946b4fef28eb09d6" providerId="LiveId" clId="{C605F247-6D44-47F7-9EE4-F6BCBF57058D}" dt="2026-08-15T23:12:20.250" v="2897" actId="26606"/>
          <ac:graphicFrameMkLst>
            <pc:docMk/>
            <pc:sldMk cId="1655346050" sldId="264"/>
            <ac:graphicFrameMk id="5" creationId="{71D37206-68D6-0F6B-12B0-CE4D63B2B96B}"/>
          </ac:graphicFrameMkLst>
        </pc:graphicFrameChg>
      </pc:sldChg>
      <pc:sldChg chg="new del">
        <pc:chgData name="Noah McCarthy" userId="946b4fef28eb09d6" providerId="LiveId" clId="{C605F247-6D44-47F7-9EE4-F6BCBF57058D}" dt="2026-08-15T23:11:06.731" v="2693" actId="47"/>
        <pc:sldMkLst>
          <pc:docMk/>
          <pc:sldMk cId="4271759802" sldId="26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AE8109-DBA9-4BED-950B-02C973EEAE5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40DAB3-FF61-4D89-9A70-2413680FEA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Value Stream Mapping is charting the path of information, materials, and other resources throughout the process of creating and delivering a product.</a:t>
          </a:r>
        </a:p>
      </dgm:t>
    </dgm:pt>
    <dgm:pt modelId="{8BFEC980-935A-4F80-95D1-C0C0584E2CBB}" type="parTrans" cxnId="{52FB1E72-51B8-4D36-8012-9ED1D723B66C}">
      <dgm:prSet/>
      <dgm:spPr/>
      <dgm:t>
        <a:bodyPr/>
        <a:lstStyle/>
        <a:p>
          <a:endParaRPr lang="en-US"/>
        </a:p>
      </dgm:t>
    </dgm:pt>
    <dgm:pt modelId="{EFC8341C-386A-4860-88BC-4571B657E905}" type="sibTrans" cxnId="{52FB1E72-51B8-4D36-8012-9ED1D723B66C}">
      <dgm:prSet/>
      <dgm:spPr/>
      <dgm:t>
        <a:bodyPr/>
        <a:lstStyle/>
        <a:p>
          <a:endParaRPr lang="en-US"/>
        </a:p>
      </dgm:t>
    </dgm:pt>
    <dgm:pt modelId="{7C894E99-7C01-43CB-A48C-D48F34331B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It focuses on this essential information:</a:t>
          </a:r>
        </a:p>
      </dgm:t>
    </dgm:pt>
    <dgm:pt modelId="{E710EBDA-15D5-45CE-B778-D10942A30CA4}" type="parTrans" cxnId="{3DF0FC4A-8361-4258-8434-7061CF0E4406}">
      <dgm:prSet/>
      <dgm:spPr/>
      <dgm:t>
        <a:bodyPr/>
        <a:lstStyle/>
        <a:p>
          <a:endParaRPr lang="en-US"/>
        </a:p>
      </dgm:t>
    </dgm:pt>
    <dgm:pt modelId="{64942489-0676-4C49-8828-25224693EC39}" type="sibTrans" cxnId="{3DF0FC4A-8361-4258-8434-7061CF0E4406}">
      <dgm:prSet/>
      <dgm:spPr/>
      <dgm:t>
        <a:bodyPr/>
        <a:lstStyle/>
        <a:p>
          <a:endParaRPr lang="en-US"/>
        </a:p>
      </dgm:t>
    </dgm:pt>
    <dgm:pt modelId="{04FFAAED-7E28-4FAD-B64E-0BCABE3AA7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spent working and waiting at each step </a:t>
          </a:r>
        </a:p>
      </dgm:t>
    </dgm:pt>
    <dgm:pt modelId="{CB8579F2-C0F8-4233-8945-1E5EA7BC2914}" type="parTrans" cxnId="{115D9ABA-9F02-4ABD-90AD-FD3178C2AF55}">
      <dgm:prSet/>
      <dgm:spPr/>
      <dgm:t>
        <a:bodyPr/>
        <a:lstStyle/>
        <a:p>
          <a:endParaRPr lang="en-US"/>
        </a:p>
      </dgm:t>
    </dgm:pt>
    <dgm:pt modelId="{A6BF8045-52EC-4DCC-83E2-A5A468CDADB8}" type="sibTrans" cxnId="{115D9ABA-9F02-4ABD-90AD-FD3178C2AF55}">
      <dgm:prSet/>
      <dgm:spPr/>
      <dgm:t>
        <a:bodyPr/>
        <a:lstStyle/>
        <a:p>
          <a:endParaRPr lang="en-US"/>
        </a:p>
      </dgm:t>
    </dgm:pt>
    <dgm:pt modelId="{C4F8C239-4DE7-41E1-BDFA-38EF228200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Labor required for each step</a:t>
          </a:r>
        </a:p>
      </dgm:t>
    </dgm:pt>
    <dgm:pt modelId="{25210742-0876-4141-947F-D35454BBBDC5}" type="parTrans" cxnId="{43022DB6-7167-49AD-B440-E9A72C663629}">
      <dgm:prSet/>
      <dgm:spPr/>
      <dgm:t>
        <a:bodyPr/>
        <a:lstStyle/>
        <a:p>
          <a:endParaRPr lang="en-US"/>
        </a:p>
      </dgm:t>
    </dgm:pt>
    <dgm:pt modelId="{BB23D26E-8566-4AA5-AE5C-024EACD15102}" type="sibTrans" cxnId="{43022DB6-7167-49AD-B440-E9A72C663629}">
      <dgm:prSet/>
      <dgm:spPr/>
      <dgm:t>
        <a:bodyPr/>
        <a:lstStyle/>
        <a:p>
          <a:endParaRPr lang="en-US"/>
        </a:p>
      </dgm:t>
    </dgm:pt>
    <dgm:pt modelId="{BDE5AF9E-348B-47EE-B8CD-7EAA5651F5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Error rates at each step</a:t>
          </a:r>
        </a:p>
      </dgm:t>
    </dgm:pt>
    <dgm:pt modelId="{5EEA15FE-3ABD-44A5-B35A-8E404621EFDC}" type="parTrans" cxnId="{7747E1C0-5D9A-4815-9A76-0F90DB80A925}">
      <dgm:prSet/>
      <dgm:spPr/>
      <dgm:t>
        <a:bodyPr/>
        <a:lstStyle/>
        <a:p>
          <a:endParaRPr lang="en-US"/>
        </a:p>
      </dgm:t>
    </dgm:pt>
    <dgm:pt modelId="{569819E4-AEE8-464A-8E69-E91F9D6E244C}" type="sibTrans" cxnId="{7747E1C0-5D9A-4815-9A76-0F90DB80A925}">
      <dgm:prSet/>
      <dgm:spPr/>
      <dgm:t>
        <a:bodyPr/>
        <a:lstStyle/>
        <a:p>
          <a:endParaRPr lang="en-US"/>
        </a:p>
      </dgm:t>
    </dgm:pt>
    <dgm:pt modelId="{539DCEEA-81A2-41E6-9218-8C8A69CEFC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Downtime experienced along the value stream</a:t>
          </a:r>
        </a:p>
      </dgm:t>
    </dgm:pt>
    <dgm:pt modelId="{5D6D52A4-F786-48E8-A3D3-B6C458BF9A1F}" type="parTrans" cxnId="{A1B732CD-D082-4002-A2ED-A0942D3FCDE5}">
      <dgm:prSet/>
      <dgm:spPr/>
      <dgm:t>
        <a:bodyPr/>
        <a:lstStyle/>
        <a:p>
          <a:endParaRPr lang="en-US"/>
        </a:p>
      </dgm:t>
    </dgm:pt>
    <dgm:pt modelId="{B599C1F1-B44B-4B24-9E43-A77015504C4B}" type="sibTrans" cxnId="{A1B732CD-D082-4002-A2ED-A0942D3FCDE5}">
      <dgm:prSet/>
      <dgm:spPr/>
      <dgm:t>
        <a:bodyPr/>
        <a:lstStyle/>
        <a:p>
          <a:endParaRPr lang="en-US"/>
        </a:p>
      </dgm:t>
    </dgm:pt>
    <dgm:pt modelId="{1852D8F0-F8CC-4736-889D-4F919F2193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Bottlenecks and process delays at each step</a:t>
          </a:r>
        </a:p>
      </dgm:t>
    </dgm:pt>
    <dgm:pt modelId="{938E82CB-30A0-498F-81F1-084D11F47087}" type="parTrans" cxnId="{7E1915D5-2FA4-4F25-8541-5E45CF84367B}">
      <dgm:prSet/>
      <dgm:spPr/>
      <dgm:t>
        <a:bodyPr/>
        <a:lstStyle/>
        <a:p>
          <a:endParaRPr lang="en-US"/>
        </a:p>
      </dgm:t>
    </dgm:pt>
    <dgm:pt modelId="{52CB94E9-D9D0-4931-89D9-1F2E7C5288B1}" type="sibTrans" cxnId="{7E1915D5-2FA4-4F25-8541-5E45CF84367B}">
      <dgm:prSet/>
      <dgm:spPr/>
      <dgm:t>
        <a:bodyPr/>
        <a:lstStyle/>
        <a:p>
          <a:endParaRPr lang="en-US"/>
        </a:p>
      </dgm:t>
    </dgm:pt>
    <dgm:pt modelId="{B1185031-8F9F-4CE3-BFA5-B7C32ED192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are the Steps?</a:t>
          </a:r>
        </a:p>
      </dgm:t>
    </dgm:pt>
    <dgm:pt modelId="{C0FB2FB6-D17D-4668-9F9D-7AD8D7CFB728}" type="parTrans" cxnId="{C3D4F2D2-927D-49AE-A72D-1E32A42F301B}">
      <dgm:prSet/>
      <dgm:spPr/>
      <dgm:t>
        <a:bodyPr/>
        <a:lstStyle/>
        <a:p>
          <a:endParaRPr lang="en-US"/>
        </a:p>
      </dgm:t>
    </dgm:pt>
    <dgm:pt modelId="{89D25B52-EF30-4206-BBCD-6693D288388D}" type="sibTrans" cxnId="{C3D4F2D2-927D-49AE-A72D-1E32A42F301B}">
      <dgm:prSet/>
      <dgm:spPr/>
      <dgm:t>
        <a:bodyPr/>
        <a:lstStyle/>
        <a:p>
          <a:endParaRPr lang="en-US"/>
        </a:p>
      </dgm:t>
    </dgm:pt>
    <dgm:pt modelId="{7C7B4F51-F475-48B9-B4E8-090AF72B51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Scope</a:t>
          </a:r>
        </a:p>
      </dgm:t>
    </dgm:pt>
    <dgm:pt modelId="{5A507015-D17C-4CAB-8AB0-342A4C710659}" type="parTrans" cxnId="{20FD3E2A-F7EE-40A2-8C79-48DA984E5DD7}">
      <dgm:prSet/>
      <dgm:spPr/>
      <dgm:t>
        <a:bodyPr/>
        <a:lstStyle/>
        <a:p>
          <a:endParaRPr lang="en-US"/>
        </a:p>
      </dgm:t>
    </dgm:pt>
    <dgm:pt modelId="{174F657B-42B7-4E96-9969-1185A160CE67}" type="sibTrans" cxnId="{20FD3E2A-F7EE-40A2-8C79-48DA984E5DD7}">
      <dgm:prSet/>
      <dgm:spPr/>
      <dgm:t>
        <a:bodyPr/>
        <a:lstStyle/>
        <a:p>
          <a:endParaRPr lang="en-US"/>
        </a:p>
      </dgm:t>
    </dgm:pt>
    <dgm:pt modelId="{D2001C15-AC5A-4D7C-B18C-A12E414AD5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Map the steps in the value stream</a:t>
          </a:r>
        </a:p>
      </dgm:t>
    </dgm:pt>
    <dgm:pt modelId="{597BF1C4-6511-4C1A-B879-8651B09C8E22}" type="parTrans" cxnId="{47507685-35D2-43C2-8E88-BFC2CADCDCE1}">
      <dgm:prSet/>
      <dgm:spPr/>
      <dgm:t>
        <a:bodyPr/>
        <a:lstStyle/>
        <a:p>
          <a:endParaRPr lang="en-US"/>
        </a:p>
      </dgm:t>
    </dgm:pt>
    <dgm:pt modelId="{FA2FBA4F-A905-4F5B-9C61-D118BE0B25F6}" type="sibTrans" cxnId="{47507685-35D2-43C2-8E88-BFC2CADCDCE1}">
      <dgm:prSet/>
      <dgm:spPr/>
      <dgm:t>
        <a:bodyPr/>
        <a:lstStyle/>
        <a:p>
          <a:endParaRPr lang="en-US"/>
        </a:p>
      </dgm:t>
    </dgm:pt>
    <dgm:pt modelId="{2B2086A7-2E4A-476F-BB8B-705AF8175D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Map information flow</a:t>
          </a:r>
        </a:p>
      </dgm:t>
    </dgm:pt>
    <dgm:pt modelId="{C7F0E183-3166-4A6A-9105-F60D2D9E0C88}" type="parTrans" cxnId="{24BE4624-EB47-4E7D-8915-D2AE0DE27650}">
      <dgm:prSet/>
      <dgm:spPr/>
      <dgm:t>
        <a:bodyPr/>
        <a:lstStyle/>
        <a:p>
          <a:endParaRPr lang="en-US"/>
        </a:p>
      </dgm:t>
    </dgm:pt>
    <dgm:pt modelId="{CA4D35AC-B2B8-4542-B019-D01CCE2E00FE}" type="sibTrans" cxnId="{24BE4624-EB47-4E7D-8915-D2AE0DE27650}">
      <dgm:prSet/>
      <dgm:spPr/>
      <dgm:t>
        <a:bodyPr/>
        <a:lstStyle/>
        <a:p>
          <a:endParaRPr lang="en-US"/>
        </a:p>
      </dgm:t>
    </dgm:pt>
    <dgm:pt modelId="{6EA7E7B7-82E8-4F2B-A27C-7308697BA3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 Data</a:t>
          </a:r>
        </a:p>
      </dgm:t>
    </dgm:pt>
    <dgm:pt modelId="{FF0B181E-75E5-4715-B26C-E1071BDD3C34}" type="parTrans" cxnId="{DAC9880D-6ACA-473C-A949-A7FF3288D678}">
      <dgm:prSet/>
      <dgm:spPr/>
      <dgm:t>
        <a:bodyPr/>
        <a:lstStyle/>
        <a:p>
          <a:endParaRPr lang="en-US"/>
        </a:p>
      </dgm:t>
    </dgm:pt>
    <dgm:pt modelId="{FAA1996D-BBC2-48A6-AF36-C00585472DCC}" type="sibTrans" cxnId="{DAC9880D-6ACA-473C-A949-A7FF3288D678}">
      <dgm:prSet/>
      <dgm:spPr/>
      <dgm:t>
        <a:bodyPr/>
        <a:lstStyle/>
        <a:p>
          <a:endParaRPr lang="en-US"/>
        </a:p>
      </dgm:t>
    </dgm:pt>
    <dgm:pt modelId="{2D72E350-77EB-4B87-BF2A-BD457D1AB5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 Timeline</a:t>
          </a:r>
        </a:p>
      </dgm:t>
    </dgm:pt>
    <dgm:pt modelId="{1F74CDD8-55C6-46BE-B8B7-6840092F8141}" type="parTrans" cxnId="{01916744-0F91-40AC-944E-A5B5182DE3C9}">
      <dgm:prSet/>
      <dgm:spPr/>
      <dgm:t>
        <a:bodyPr/>
        <a:lstStyle/>
        <a:p>
          <a:endParaRPr lang="en-US"/>
        </a:p>
      </dgm:t>
    </dgm:pt>
    <dgm:pt modelId="{0E026156-8F3F-4C43-BCB3-AA70C4D2DB7F}" type="sibTrans" cxnId="{01916744-0F91-40AC-944E-A5B5182DE3C9}">
      <dgm:prSet/>
      <dgm:spPr/>
      <dgm:t>
        <a:bodyPr/>
        <a:lstStyle/>
        <a:p>
          <a:endParaRPr lang="en-US"/>
        </a:p>
      </dgm:t>
    </dgm:pt>
    <dgm:pt modelId="{D63C5F5D-2519-4EC6-B3EF-1DDE52E20FCD}" type="pres">
      <dgm:prSet presAssocID="{F7AE8109-DBA9-4BED-950B-02C973EEAE57}" presName="root" presStyleCnt="0">
        <dgm:presLayoutVars>
          <dgm:dir/>
          <dgm:resizeHandles val="exact"/>
        </dgm:presLayoutVars>
      </dgm:prSet>
      <dgm:spPr/>
    </dgm:pt>
    <dgm:pt modelId="{76333D4F-B277-4D45-A7DB-9F1F2A1ADC2A}" type="pres">
      <dgm:prSet presAssocID="{9640DAB3-FF61-4D89-9A70-2413680FEA76}" presName="compNode" presStyleCnt="0"/>
      <dgm:spPr/>
    </dgm:pt>
    <dgm:pt modelId="{AC03CF7D-5225-456B-8A71-90C31C432606}" type="pres">
      <dgm:prSet presAssocID="{9640DAB3-FF61-4D89-9A70-2413680FEA7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52417F-C4C0-4139-8EAD-27F5BF329630}" type="pres">
      <dgm:prSet presAssocID="{9640DAB3-FF61-4D89-9A70-2413680FEA76}" presName="iconSpace" presStyleCnt="0"/>
      <dgm:spPr/>
    </dgm:pt>
    <dgm:pt modelId="{EEE5444E-ED8A-4DAD-AA71-27286527C87C}" type="pres">
      <dgm:prSet presAssocID="{9640DAB3-FF61-4D89-9A70-2413680FEA76}" presName="parTx" presStyleLbl="revTx" presStyleIdx="0" presStyleCnt="6">
        <dgm:presLayoutVars>
          <dgm:chMax val="0"/>
          <dgm:chPref val="0"/>
        </dgm:presLayoutVars>
      </dgm:prSet>
      <dgm:spPr/>
    </dgm:pt>
    <dgm:pt modelId="{090A075D-60C2-4FFD-A584-4AAAFA862007}" type="pres">
      <dgm:prSet presAssocID="{9640DAB3-FF61-4D89-9A70-2413680FEA76}" presName="txSpace" presStyleCnt="0"/>
      <dgm:spPr/>
    </dgm:pt>
    <dgm:pt modelId="{5DB366FC-97C7-4408-9A1C-891A8C04E0C9}" type="pres">
      <dgm:prSet presAssocID="{9640DAB3-FF61-4D89-9A70-2413680FEA76}" presName="desTx" presStyleLbl="revTx" presStyleIdx="1" presStyleCnt="6">
        <dgm:presLayoutVars/>
      </dgm:prSet>
      <dgm:spPr/>
    </dgm:pt>
    <dgm:pt modelId="{C244DA54-7BF0-4E86-8B7A-3547EC064ADB}" type="pres">
      <dgm:prSet presAssocID="{EFC8341C-386A-4860-88BC-4571B657E905}" presName="sibTrans" presStyleCnt="0"/>
      <dgm:spPr/>
    </dgm:pt>
    <dgm:pt modelId="{01E59582-E413-4E14-90A3-0D8172EF6FB4}" type="pres">
      <dgm:prSet presAssocID="{7C894E99-7C01-43CB-A48C-D48F34331B0B}" presName="compNode" presStyleCnt="0"/>
      <dgm:spPr/>
    </dgm:pt>
    <dgm:pt modelId="{39E7FD0F-5A85-4C05-B4F5-7559F6557BBD}" type="pres">
      <dgm:prSet presAssocID="{7C894E99-7C01-43CB-A48C-D48F34331B0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629C54D-9E0D-4049-8092-91AAFD37974B}" type="pres">
      <dgm:prSet presAssocID="{7C894E99-7C01-43CB-A48C-D48F34331B0B}" presName="iconSpace" presStyleCnt="0"/>
      <dgm:spPr/>
    </dgm:pt>
    <dgm:pt modelId="{DB64F52D-43BE-4752-8A0E-99809098ACAE}" type="pres">
      <dgm:prSet presAssocID="{7C894E99-7C01-43CB-A48C-D48F34331B0B}" presName="parTx" presStyleLbl="revTx" presStyleIdx="2" presStyleCnt="6">
        <dgm:presLayoutVars>
          <dgm:chMax val="0"/>
          <dgm:chPref val="0"/>
        </dgm:presLayoutVars>
      </dgm:prSet>
      <dgm:spPr/>
    </dgm:pt>
    <dgm:pt modelId="{0C2BE692-F3CE-46A8-A709-116AA0C56307}" type="pres">
      <dgm:prSet presAssocID="{7C894E99-7C01-43CB-A48C-D48F34331B0B}" presName="txSpace" presStyleCnt="0"/>
      <dgm:spPr/>
    </dgm:pt>
    <dgm:pt modelId="{A7FAE62F-8F00-4B3A-8F45-AA3F3F76D7A2}" type="pres">
      <dgm:prSet presAssocID="{7C894E99-7C01-43CB-A48C-D48F34331B0B}" presName="desTx" presStyleLbl="revTx" presStyleIdx="3" presStyleCnt="6">
        <dgm:presLayoutVars/>
      </dgm:prSet>
      <dgm:spPr/>
    </dgm:pt>
    <dgm:pt modelId="{DC5DBC00-2ACC-4C7A-BD9F-F2F10176C65C}" type="pres">
      <dgm:prSet presAssocID="{64942489-0676-4C49-8828-25224693EC39}" presName="sibTrans" presStyleCnt="0"/>
      <dgm:spPr/>
    </dgm:pt>
    <dgm:pt modelId="{C8628F6C-DCD8-4770-AEF9-C64B57B0D347}" type="pres">
      <dgm:prSet presAssocID="{B1185031-8F9F-4CE3-BFA5-B7C32ED192C2}" presName="compNode" presStyleCnt="0"/>
      <dgm:spPr/>
    </dgm:pt>
    <dgm:pt modelId="{F305DA94-1781-4B18-A274-6F59911DD274}" type="pres">
      <dgm:prSet presAssocID="{B1185031-8F9F-4CE3-BFA5-B7C32ED192C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AE76FF99-C922-4E0D-ADE7-287DE2A35B73}" type="pres">
      <dgm:prSet presAssocID="{B1185031-8F9F-4CE3-BFA5-B7C32ED192C2}" presName="iconSpace" presStyleCnt="0"/>
      <dgm:spPr/>
    </dgm:pt>
    <dgm:pt modelId="{0EA83B3C-D418-417C-AC05-31FD201DC227}" type="pres">
      <dgm:prSet presAssocID="{B1185031-8F9F-4CE3-BFA5-B7C32ED192C2}" presName="parTx" presStyleLbl="revTx" presStyleIdx="4" presStyleCnt="6">
        <dgm:presLayoutVars>
          <dgm:chMax val="0"/>
          <dgm:chPref val="0"/>
        </dgm:presLayoutVars>
      </dgm:prSet>
      <dgm:spPr/>
    </dgm:pt>
    <dgm:pt modelId="{31A14782-D489-4333-81C5-57BE05B9A563}" type="pres">
      <dgm:prSet presAssocID="{B1185031-8F9F-4CE3-BFA5-B7C32ED192C2}" presName="txSpace" presStyleCnt="0"/>
      <dgm:spPr/>
    </dgm:pt>
    <dgm:pt modelId="{FF44E3EC-990E-4196-A2DB-C19147359C92}" type="pres">
      <dgm:prSet presAssocID="{B1185031-8F9F-4CE3-BFA5-B7C32ED192C2}" presName="desTx" presStyleLbl="revTx" presStyleIdx="5" presStyleCnt="6">
        <dgm:presLayoutVars/>
      </dgm:prSet>
      <dgm:spPr/>
    </dgm:pt>
  </dgm:ptLst>
  <dgm:cxnLst>
    <dgm:cxn modelId="{DAC9880D-6ACA-473C-A949-A7FF3288D678}" srcId="{B1185031-8F9F-4CE3-BFA5-B7C32ED192C2}" destId="{6EA7E7B7-82E8-4F2B-A27C-7308697BA3CA}" srcOrd="3" destOrd="0" parTransId="{FF0B181E-75E5-4715-B26C-E1071BDD3C34}" sibTransId="{FAA1996D-BBC2-48A6-AF36-C00585472DCC}"/>
    <dgm:cxn modelId="{F40B9014-2CA9-4641-9C71-6348D5647FC8}" type="presOf" srcId="{539DCEEA-81A2-41E6-9218-8C8A69CEFC49}" destId="{A7FAE62F-8F00-4B3A-8F45-AA3F3F76D7A2}" srcOrd="0" destOrd="3" presId="urn:microsoft.com/office/officeart/2018/2/layout/IconLabelDescriptionList"/>
    <dgm:cxn modelId="{D8CB5D15-B32E-4893-BBC8-2FD77AA66BDC}" type="presOf" srcId="{C4F8C239-4DE7-41E1-BDFA-38EF2282000D}" destId="{A7FAE62F-8F00-4B3A-8F45-AA3F3F76D7A2}" srcOrd="0" destOrd="1" presId="urn:microsoft.com/office/officeart/2018/2/layout/IconLabelDescriptionList"/>
    <dgm:cxn modelId="{24BE4624-EB47-4E7D-8915-D2AE0DE27650}" srcId="{B1185031-8F9F-4CE3-BFA5-B7C32ED192C2}" destId="{2B2086A7-2E4A-476F-BB8B-705AF8175DE5}" srcOrd="2" destOrd="0" parTransId="{C7F0E183-3166-4A6A-9105-F60D2D9E0C88}" sibTransId="{CA4D35AC-B2B8-4542-B019-D01CCE2E00FE}"/>
    <dgm:cxn modelId="{45145A25-6AA6-4F58-BC19-C6C847C2C9FB}" type="presOf" srcId="{7C7B4F51-F475-48B9-B4E8-090AF72B5154}" destId="{FF44E3EC-990E-4196-A2DB-C19147359C92}" srcOrd="0" destOrd="0" presId="urn:microsoft.com/office/officeart/2018/2/layout/IconLabelDescriptionList"/>
    <dgm:cxn modelId="{20FD3E2A-F7EE-40A2-8C79-48DA984E5DD7}" srcId="{B1185031-8F9F-4CE3-BFA5-B7C32ED192C2}" destId="{7C7B4F51-F475-48B9-B4E8-090AF72B5154}" srcOrd="0" destOrd="0" parTransId="{5A507015-D17C-4CAB-8AB0-342A4C710659}" sibTransId="{174F657B-42B7-4E96-9969-1185A160CE67}"/>
    <dgm:cxn modelId="{388B1636-9C35-4716-9347-F2543A2E910C}" type="presOf" srcId="{F7AE8109-DBA9-4BED-950B-02C973EEAE57}" destId="{D63C5F5D-2519-4EC6-B3EF-1DDE52E20FCD}" srcOrd="0" destOrd="0" presId="urn:microsoft.com/office/officeart/2018/2/layout/IconLabelDescriptionList"/>
    <dgm:cxn modelId="{01916744-0F91-40AC-944E-A5B5182DE3C9}" srcId="{B1185031-8F9F-4CE3-BFA5-B7C32ED192C2}" destId="{2D72E350-77EB-4B87-BF2A-BD457D1AB592}" srcOrd="4" destOrd="0" parTransId="{1F74CDD8-55C6-46BE-B8B7-6840092F8141}" sibTransId="{0E026156-8F3F-4C43-BCB3-AA70C4D2DB7F}"/>
    <dgm:cxn modelId="{3DF0FC4A-8361-4258-8434-7061CF0E4406}" srcId="{F7AE8109-DBA9-4BED-950B-02C973EEAE57}" destId="{7C894E99-7C01-43CB-A48C-D48F34331B0B}" srcOrd="1" destOrd="0" parTransId="{E710EBDA-15D5-45CE-B778-D10942A30CA4}" sibTransId="{64942489-0676-4C49-8828-25224693EC39}"/>
    <dgm:cxn modelId="{96BD2F4D-A78F-486B-8A3C-AAEE3D5AE5B5}" type="presOf" srcId="{D2001C15-AC5A-4D7C-B18C-A12E414AD59D}" destId="{FF44E3EC-990E-4196-A2DB-C19147359C92}" srcOrd="0" destOrd="1" presId="urn:microsoft.com/office/officeart/2018/2/layout/IconLabelDescriptionList"/>
    <dgm:cxn modelId="{52FB1E72-51B8-4D36-8012-9ED1D723B66C}" srcId="{F7AE8109-DBA9-4BED-950B-02C973EEAE57}" destId="{9640DAB3-FF61-4D89-9A70-2413680FEA76}" srcOrd="0" destOrd="0" parTransId="{8BFEC980-935A-4F80-95D1-C0C0584E2CBB}" sibTransId="{EFC8341C-386A-4860-88BC-4571B657E905}"/>
    <dgm:cxn modelId="{D57D0D75-0F54-42A2-875F-3ECFF10D6318}" type="presOf" srcId="{7C894E99-7C01-43CB-A48C-D48F34331B0B}" destId="{DB64F52D-43BE-4752-8A0E-99809098ACAE}" srcOrd="0" destOrd="0" presId="urn:microsoft.com/office/officeart/2018/2/layout/IconLabelDescriptionList"/>
    <dgm:cxn modelId="{0C49CB57-BD4B-4BF8-9260-752B98DD6502}" type="presOf" srcId="{04FFAAED-7E28-4FAD-B64E-0BCABE3AA7F6}" destId="{A7FAE62F-8F00-4B3A-8F45-AA3F3F76D7A2}" srcOrd="0" destOrd="0" presId="urn:microsoft.com/office/officeart/2018/2/layout/IconLabelDescriptionList"/>
    <dgm:cxn modelId="{47507685-35D2-43C2-8E88-BFC2CADCDCE1}" srcId="{B1185031-8F9F-4CE3-BFA5-B7C32ED192C2}" destId="{D2001C15-AC5A-4D7C-B18C-A12E414AD59D}" srcOrd="1" destOrd="0" parTransId="{597BF1C4-6511-4C1A-B879-8651B09C8E22}" sibTransId="{FA2FBA4F-A905-4F5B-9C61-D118BE0B25F6}"/>
    <dgm:cxn modelId="{A25123A8-37F8-42AA-9781-145BEB358970}" type="presOf" srcId="{B1185031-8F9F-4CE3-BFA5-B7C32ED192C2}" destId="{0EA83B3C-D418-417C-AC05-31FD201DC227}" srcOrd="0" destOrd="0" presId="urn:microsoft.com/office/officeart/2018/2/layout/IconLabelDescriptionList"/>
    <dgm:cxn modelId="{43022DB6-7167-49AD-B440-E9A72C663629}" srcId="{7C894E99-7C01-43CB-A48C-D48F34331B0B}" destId="{C4F8C239-4DE7-41E1-BDFA-38EF2282000D}" srcOrd="1" destOrd="0" parTransId="{25210742-0876-4141-947F-D35454BBBDC5}" sibTransId="{BB23D26E-8566-4AA5-AE5C-024EACD15102}"/>
    <dgm:cxn modelId="{4FB9C1B7-FA9A-4BCF-A1C0-1981EBA40D74}" type="presOf" srcId="{2D72E350-77EB-4B87-BF2A-BD457D1AB592}" destId="{FF44E3EC-990E-4196-A2DB-C19147359C92}" srcOrd="0" destOrd="4" presId="urn:microsoft.com/office/officeart/2018/2/layout/IconLabelDescriptionList"/>
    <dgm:cxn modelId="{115D9ABA-9F02-4ABD-90AD-FD3178C2AF55}" srcId="{7C894E99-7C01-43CB-A48C-D48F34331B0B}" destId="{04FFAAED-7E28-4FAD-B64E-0BCABE3AA7F6}" srcOrd="0" destOrd="0" parTransId="{CB8579F2-C0F8-4233-8945-1E5EA7BC2914}" sibTransId="{A6BF8045-52EC-4DCC-83E2-A5A468CDADB8}"/>
    <dgm:cxn modelId="{83635FBB-092C-419A-B614-FC7F0C34EA11}" type="presOf" srcId="{2B2086A7-2E4A-476F-BB8B-705AF8175DE5}" destId="{FF44E3EC-990E-4196-A2DB-C19147359C92}" srcOrd="0" destOrd="2" presId="urn:microsoft.com/office/officeart/2018/2/layout/IconLabelDescriptionList"/>
    <dgm:cxn modelId="{7747E1C0-5D9A-4815-9A76-0F90DB80A925}" srcId="{7C894E99-7C01-43CB-A48C-D48F34331B0B}" destId="{BDE5AF9E-348B-47EE-B8CD-7EAA5651F52A}" srcOrd="2" destOrd="0" parTransId="{5EEA15FE-3ABD-44A5-B35A-8E404621EFDC}" sibTransId="{569819E4-AEE8-464A-8E69-E91F9D6E244C}"/>
    <dgm:cxn modelId="{096423CA-FE0D-457E-A199-745499DCFE36}" type="presOf" srcId="{1852D8F0-F8CC-4736-889D-4F919F21934F}" destId="{A7FAE62F-8F00-4B3A-8F45-AA3F3F76D7A2}" srcOrd="0" destOrd="4" presId="urn:microsoft.com/office/officeart/2018/2/layout/IconLabelDescriptionList"/>
    <dgm:cxn modelId="{A1B732CD-D082-4002-A2ED-A0942D3FCDE5}" srcId="{7C894E99-7C01-43CB-A48C-D48F34331B0B}" destId="{539DCEEA-81A2-41E6-9218-8C8A69CEFC49}" srcOrd="3" destOrd="0" parTransId="{5D6D52A4-F786-48E8-A3D3-B6C458BF9A1F}" sibTransId="{B599C1F1-B44B-4B24-9E43-A77015504C4B}"/>
    <dgm:cxn modelId="{C3D4F2D2-927D-49AE-A72D-1E32A42F301B}" srcId="{F7AE8109-DBA9-4BED-950B-02C973EEAE57}" destId="{B1185031-8F9F-4CE3-BFA5-B7C32ED192C2}" srcOrd="2" destOrd="0" parTransId="{C0FB2FB6-D17D-4668-9F9D-7AD8D7CFB728}" sibTransId="{89D25B52-EF30-4206-BBCD-6693D288388D}"/>
    <dgm:cxn modelId="{7E1915D5-2FA4-4F25-8541-5E45CF84367B}" srcId="{7C894E99-7C01-43CB-A48C-D48F34331B0B}" destId="{1852D8F0-F8CC-4736-889D-4F919F21934F}" srcOrd="4" destOrd="0" parTransId="{938E82CB-30A0-498F-81F1-084D11F47087}" sibTransId="{52CB94E9-D9D0-4931-89D9-1F2E7C5288B1}"/>
    <dgm:cxn modelId="{07F9D7DC-0388-4E5C-A56F-A76697A4B7D5}" type="presOf" srcId="{9640DAB3-FF61-4D89-9A70-2413680FEA76}" destId="{EEE5444E-ED8A-4DAD-AA71-27286527C87C}" srcOrd="0" destOrd="0" presId="urn:microsoft.com/office/officeart/2018/2/layout/IconLabelDescriptionList"/>
    <dgm:cxn modelId="{2564BCF5-195E-447A-A2FB-6D4FE52F14AC}" type="presOf" srcId="{BDE5AF9E-348B-47EE-B8CD-7EAA5651F52A}" destId="{A7FAE62F-8F00-4B3A-8F45-AA3F3F76D7A2}" srcOrd="0" destOrd="2" presId="urn:microsoft.com/office/officeart/2018/2/layout/IconLabelDescriptionList"/>
    <dgm:cxn modelId="{5834EFF7-1C2E-4DF4-B9E8-778727916423}" type="presOf" srcId="{6EA7E7B7-82E8-4F2B-A27C-7308697BA3CA}" destId="{FF44E3EC-990E-4196-A2DB-C19147359C92}" srcOrd="0" destOrd="3" presId="urn:microsoft.com/office/officeart/2018/2/layout/IconLabelDescriptionList"/>
    <dgm:cxn modelId="{B4BB59C4-8C73-4FE5-8A8E-D55F9E84622B}" type="presParOf" srcId="{D63C5F5D-2519-4EC6-B3EF-1DDE52E20FCD}" destId="{76333D4F-B277-4D45-A7DB-9F1F2A1ADC2A}" srcOrd="0" destOrd="0" presId="urn:microsoft.com/office/officeart/2018/2/layout/IconLabelDescriptionList"/>
    <dgm:cxn modelId="{E1ABB7D5-291F-4E2B-848D-A04169B2C9EC}" type="presParOf" srcId="{76333D4F-B277-4D45-A7DB-9F1F2A1ADC2A}" destId="{AC03CF7D-5225-456B-8A71-90C31C432606}" srcOrd="0" destOrd="0" presId="urn:microsoft.com/office/officeart/2018/2/layout/IconLabelDescriptionList"/>
    <dgm:cxn modelId="{F3BACBDE-3F9C-4B11-9228-1092E7788B32}" type="presParOf" srcId="{76333D4F-B277-4D45-A7DB-9F1F2A1ADC2A}" destId="{4552417F-C4C0-4139-8EAD-27F5BF329630}" srcOrd="1" destOrd="0" presId="urn:microsoft.com/office/officeart/2018/2/layout/IconLabelDescriptionList"/>
    <dgm:cxn modelId="{B283E0D5-05DF-4534-9C3A-A4F2B38FC0B2}" type="presParOf" srcId="{76333D4F-B277-4D45-A7DB-9F1F2A1ADC2A}" destId="{EEE5444E-ED8A-4DAD-AA71-27286527C87C}" srcOrd="2" destOrd="0" presId="urn:microsoft.com/office/officeart/2018/2/layout/IconLabelDescriptionList"/>
    <dgm:cxn modelId="{351F314A-0AA4-4BBA-9C62-24269AD77DFD}" type="presParOf" srcId="{76333D4F-B277-4D45-A7DB-9F1F2A1ADC2A}" destId="{090A075D-60C2-4FFD-A584-4AAAFA862007}" srcOrd="3" destOrd="0" presId="urn:microsoft.com/office/officeart/2018/2/layout/IconLabelDescriptionList"/>
    <dgm:cxn modelId="{DFED7193-512D-48F6-9C27-E0AE542D2179}" type="presParOf" srcId="{76333D4F-B277-4D45-A7DB-9F1F2A1ADC2A}" destId="{5DB366FC-97C7-4408-9A1C-891A8C04E0C9}" srcOrd="4" destOrd="0" presId="urn:microsoft.com/office/officeart/2018/2/layout/IconLabelDescriptionList"/>
    <dgm:cxn modelId="{71B2F4BE-AEC3-4A01-8BBA-61C126F55464}" type="presParOf" srcId="{D63C5F5D-2519-4EC6-B3EF-1DDE52E20FCD}" destId="{C244DA54-7BF0-4E86-8B7A-3547EC064ADB}" srcOrd="1" destOrd="0" presId="urn:microsoft.com/office/officeart/2018/2/layout/IconLabelDescriptionList"/>
    <dgm:cxn modelId="{D8458436-A387-45A0-B3B5-C297B42DBAB5}" type="presParOf" srcId="{D63C5F5D-2519-4EC6-B3EF-1DDE52E20FCD}" destId="{01E59582-E413-4E14-90A3-0D8172EF6FB4}" srcOrd="2" destOrd="0" presId="urn:microsoft.com/office/officeart/2018/2/layout/IconLabelDescriptionList"/>
    <dgm:cxn modelId="{B0739097-9010-430D-AC9D-E65A2A7D4476}" type="presParOf" srcId="{01E59582-E413-4E14-90A3-0D8172EF6FB4}" destId="{39E7FD0F-5A85-4C05-B4F5-7559F6557BBD}" srcOrd="0" destOrd="0" presId="urn:microsoft.com/office/officeart/2018/2/layout/IconLabelDescriptionList"/>
    <dgm:cxn modelId="{CC59709E-8746-42B9-9C5E-0AD9CA711450}" type="presParOf" srcId="{01E59582-E413-4E14-90A3-0D8172EF6FB4}" destId="{C629C54D-9E0D-4049-8092-91AAFD37974B}" srcOrd="1" destOrd="0" presId="urn:microsoft.com/office/officeart/2018/2/layout/IconLabelDescriptionList"/>
    <dgm:cxn modelId="{C01635DE-5D3D-4455-B99D-128583FD11AC}" type="presParOf" srcId="{01E59582-E413-4E14-90A3-0D8172EF6FB4}" destId="{DB64F52D-43BE-4752-8A0E-99809098ACAE}" srcOrd="2" destOrd="0" presId="urn:microsoft.com/office/officeart/2018/2/layout/IconLabelDescriptionList"/>
    <dgm:cxn modelId="{3E57BDF2-7CD4-48E9-967A-D76319FD3C07}" type="presParOf" srcId="{01E59582-E413-4E14-90A3-0D8172EF6FB4}" destId="{0C2BE692-F3CE-46A8-A709-116AA0C56307}" srcOrd="3" destOrd="0" presId="urn:microsoft.com/office/officeart/2018/2/layout/IconLabelDescriptionList"/>
    <dgm:cxn modelId="{A6C0FCA0-64E4-45D4-AEE2-5B80F769A29F}" type="presParOf" srcId="{01E59582-E413-4E14-90A3-0D8172EF6FB4}" destId="{A7FAE62F-8F00-4B3A-8F45-AA3F3F76D7A2}" srcOrd="4" destOrd="0" presId="urn:microsoft.com/office/officeart/2018/2/layout/IconLabelDescriptionList"/>
    <dgm:cxn modelId="{097A8F22-5775-40A8-8B16-7A723296F37D}" type="presParOf" srcId="{D63C5F5D-2519-4EC6-B3EF-1DDE52E20FCD}" destId="{DC5DBC00-2ACC-4C7A-BD9F-F2F10176C65C}" srcOrd="3" destOrd="0" presId="urn:microsoft.com/office/officeart/2018/2/layout/IconLabelDescriptionList"/>
    <dgm:cxn modelId="{028778DE-1908-448D-AEFB-CF764E786C22}" type="presParOf" srcId="{D63C5F5D-2519-4EC6-B3EF-1DDE52E20FCD}" destId="{C8628F6C-DCD8-4770-AEF9-C64B57B0D347}" srcOrd="4" destOrd="0" presId="urn:microsoft.com/office/officeart/2018/2/layout/IconLabelDescriptionList"/>
    <dgm:cxn modelId="{44892CC7-C4FA-43CA-A022-79FC4769AD21}" type="presParOf" srcId="{C8628F6C-DCD8-4770-AEF9-C64B57B0D347}" destId="{F305DA94-1781-4B18-A274-6F59911DD274}" srcOrd="0" destOrd="0" presId="urn:microsoft.com/office/officeart/2018/2/layout/IconLabelDescriptionList"/>
    <dgm:cxn modelId="{C30D76DE-EC64-47F2-BDB6-F69A722CCF65}" type="presParOf" srcId="{C8628F6C-DCD8-4770-AEF9-C64B57B0D347}" destId="{AE76FF99-C922-4E0D-ADE7-287DE2A35B73}" srcOrd="1" destOrd="0" presId="urn:microsoft.com/office/officeart/2018/2/layout/IconLabelDescriptionList"/>
    <dgm:cxn modelId="{4ED13C9E-49C8-41A3-A589-D3A0497C056B}" type="presParOf" srcId="{C8628F6C-DCD8-4770-AEF9-C64B57B0D347}" destId="{0EA83B3C-D418-417C-AC05-31FD201DC227}" srcOrd="2" destOrd="0" presId="urn:microsoft.com/office/officeart/2018/2/layout/IconLabelDescriptionList"/>
    <dgm:cxn modelId="{98690C72-EAA2-4AC3-9F03-016F65EB2C1E}" type="presParOf" srcId="{C8628F6C-DCD8-4770-AEF9-C64B57B0D347}" destId="{31A14782-D489-4333-81C5-57BE05B9A563}" srcOrd="3" destOrd="0" presId="urn:microsoft.com/office/officeart/2018/2/layout/IconLabelDescriptionList"/>
    <dgm:cxn modelId="{8A7AE7C4-2463-40C8-8B92-35BDAE46598C}" type="presParOf" srcId="{C8628F6C-DCD8-4770-AEF9-C64B57B0D347}" destId="{FF44E3EC-990E-4196-A2DB-C19147359C9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27E759-9CBB-4884-B42B-1E7A55E1DCF3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692BBDB6-0324-49C9-A082-CEF2B794D8FF}">
      <dgm:prSet/>
      <dgm:spPr/>
      <dgm:t>
        <a:bodyPr/>
        <a:lstStyle/>
        <a:p>
          <a:r>
            <a:rPr lang="en-US"/>
            <a:t>Flow velocity</a:t>
          </a:r>
        </a:p>
      </dgm:t>
    </dgm:pt>
    <dgm:pt modelId="{67E127DA-A0F6-46E6-BA24-AC2F0CC8106A}" type="parTrans" cxnId="{640C24D2-DCAD-4BB1-A387-ED7312A2A4BD}">
      <dgm:prSet/>
      <dgm:spPr/>
      <dgm:t>
        <a:bodyPr/>
        <a:lstStyle/>
        <a:p>
          <a:endParaRPr lang="en-US"/>
        </a:p>
      </dgm:t>
    </dgm:pt>
    <dgm:pt modelId="{54CEA265-51E2-42F0-88C1-B105AE8D4FFE}" type="sibTrans" cxnId="{640C24D2-DCAD-4BB1-A387-ED7312A2A4BD}">
      <dgm:prSet/>
      <dgm:spPr/>
      <dgm:t>
        <a:bodyPr/>
        <a:lstStyle/>
        <a:p>
          <a:endParaRPr lang="en-US"/>
        </a:p>
      </dgm:t>
    </dgm:pt>
    <dgm:pt modelId="{8F485B7D-C56D-4379-869E-8CDED64DD1FF}">
      <dgm:prSet/>
      <dgm:spPr/>
      <dgm:t>
        <a:bodyPr/>
        <a:lstStyle/>
        <a:p>
          <a:r>
            <a:rPr lang="en-US"/>
            <a:t>Flow load </a:t>
          </a:r>
        </a:p>
      </dgm:t>
    </dgm:pt>
    <dgm:pt modelId="{E130335A-977C-4097-BAC5-5F7E11D2E821}" type="parTrans" cxnId="{90E9A334-FBA5-4AA6-A1A5-5A56967E6AF3}">
      <dgm:prSet/>
      <dgm:spPr/>
      <dgm:t>
        <a:bodyPr/>
        <a:lstStyle/>
        <a:p>
          <a:endParaRPr lang="en-US"/>
        </a:p>
      </dgm:t>
    </dgm:pt>
    <dgm:pt modelId="{97E2A00C-F43B-4B22-B1CA-FA4A6009D36B}" type="sibTrans" cxnId="{90E9A334-FBA5-4AA6-A1A5-5A56967E6AF3}">
      <dgm:prSet/>
      <dgm:spPr/>
      <dgm:t>
        <a:bodyPr/>
        <a:lstStyle/>
        <a:p>
          <a:endParaRPr lang="en-US"/>
        </a:p>
      </dgm:t>
    </dgm:pt>
    <dgm:pt modelId="{6A5FEF58-D046-4F25-A662-DCEC56C2A4D1}">
      <dgm:prSet/>
      <dgm:spPr/>
      <dgm:t>
        <a:bodyPr/>
        <a:lstStyle/>
        <a:p>
          <a:r>
            <a:rPr lang="en-US"/>
            <a:t>Flow time</a:t>
          </a:r>
        </a:p>
      </dgm:t>
    </dgm:pt>
    <dgm:pt modelId="{ED3AFD35-96E0-41A0-8D25-F1C940ED2F9B}" type="parTrans" cxnId="{B2403D75-6437-4F35-9205-EA4917A61B1C}">
      <dgm:prSet/>
      <dgm:spPr/>
      <dgm:t>
        <a:bodyPr/>
        <a:lstStyle/>
        <a:p>
          <a:endParaRPr lang="en-US"/>
        </a:p>
      </dgm:t>
    </dgm:pt>
    <dgm:pt modelId="{B2441E3E-C50C-428A-A222-1BC3EA9F7BE2}" type="sibTrans" cxnId="{B2403D75-6437-4F35-9205-EA4917A61B1C}">
      <dgm:prSet/>
      <dgm:spPr/>
      <dgm:t>
        <a:bodyPr/>
        <a:lstStyle/>
        <a:p>
          <a:endParaRPr lang="en-US"/>
        </a:p>
      </dgm:t>
    </dgm:pt>
    <dgm:pt modelId="{490D1D11-C101-494D-9A64-A2BB31E620B9}">
      <dgm:prSet/>
      <dgm:spPr/>
      <dgm:t>
        <a:bodyPr/>
        <a:lstStyle/>
        <a:p>
          <a:r>
            <a:rPr lang="en-US"/>
            <a:t>Flow efficiency</a:t>
          </a:r>
        </a:p>
      </dgm:t>
    </dgm:pt>
    <dgm:pt modelId="{F59AF293-B166-41AD-9683-417537D972D1}" type="parTrans" cxnId="{65CE08F0-EA53-4B14-83D3-9EA2108D2A5D}">
      <dgm:prSet/>
      <dgm:spPr/>
      <dgm:t>
        <a:bodyPr/>
        <a:lstStyle/>
        <a:p>
          <a:endParaRPr lang="en-US"/>
        </a:p>
      </dgm:t>
    </dgm:pt>
    <dgm:pt modelId="{222543FE-7639-4C1E-AE5B-152BA063AEC3}" type="sibTrans" cxnId="{65CE08F0-EA53-4B14-83D3-9EA2108D2A5D}">
      <dgm:prSet/>
      <dgm:spPr/>
      <dgm:t>
        <a:bodyPr/>
        <a:lstStyle/>
        <a:p>
          <a:endParaRPr lang="en-US"/>
        </a:p>
      </dgm:t>
    </dgm:pt>
    <dgm:pt modelId="{311E319C-B7E0-46A5-ADBE-A1F06B061CBB}">
      <dgm:prSet/>
      <dgm:spPr/>
      <dgm:t>
        <a:bodyPr/>
        <a:lstStyle/>
        <a:p>
          <a:r>
            <a:rPr lang="en-US"/>
            <a:t>Lead time</a:t>
          </a:r>
        </a:p>
      </dgm:t>
    </dgm:pt>
    <dgm:pt modelId="{59E47056-C521-4D54-ACDE-A6DAA3CE9838}" type="parTrans" cxnId="{9FBAABEE-BB95-4666-A1CD-FA5C90A532C9}">
      <dgm:prSet/>
      <dgm:spPr/>
      <dgm:t>
        <a:bodyPr/>
        <a:lstStyle/>
        <a:p>
          <a:endParaRPr lang="en-US"/>
        </a:p>
      </dgm:t>
    </dgm:pt>
    <dgm:pt modelId="{A4685625-8C14-4BD4-9B8C-6A8336D019C9}" type="sibTrans" cxnId="{9FBAABEE-BB95-4666-A1CD-FA5C90A532C9}">
      <dgm:prSet/>
      <dgm:spPr/>
      <dgm:t>
        <a:bodyPr/>
        <a:lstStyle/>
        <a:p>
          <a:endParaRPr lang="en-US"/>
        </a:p>
      </dgm:t>
    </dgm:pt>
    <dgm:pt modelId="{111A1DB2-E567-4A7B-BCC1-CB57B08C63D6}">
      <dgm:prSet/>
      <dgm:spPr/>
      <dgm:t>
        <a:bodyPr/>
        <a:lstStyle/>
        <a:p>
          <a:r>
            <a:rPr lang="en-US"/>
            <a:t>Mean time to remediation (MTTR)</a:t>
          </a:r>
        </a:p>
      </dgm:t>
    </dgm:pt>
    <dgm:pt modelId="{3E244D04-64F1-4E94-A4D2-8A680B9D654B}" type="parTrans" cxnId="{7D4C2C54-CC29-4635-A548-0E2524BC161B}">
      <dgm:prSet/>
      <dgm:spPr/>
      <dgm:t>
        <a:bodyPr/>
        <a:lstStyle/>
        <a:p>
          <a:endParaRPr lang="en-US"/>
        </a:p>
      </dgm:t>
    </dgm:pt>
    <dgm:pt modelId="{50E18BA5-726B-4FBA-B07C-22BC22A6572A}" type="sibTrans" cxnId="{7D4C2C54-CC29-4635-A548-0E2524BC161B}">
      <dgm:prSet/>
      <dgm:spPr/>
      <dgm:t>
        <a:bodyPr/>
        <a:lstStyle/>
        <a:p>
          <a:endParaRPr lang="en-US"/>
        </a:p>
      </dgm:t>
    </dgm:pt>
    <dgm:pt modelId="{B6A86260-8D59-4CA9-A1B2-DF5FC117D6E0}">
      <dgm:prSet/>
      <dgm:spPr/>
      <dgm:t>
        <a:bodyPr/>
        <a:lstStyle/>
        <a:p>
          <a:r>
            <a:rPr lang="en-US"/>
            <a:t>Change failure rate (CFR)</a:t>
          </a:r>
        </a:p>
      </dgm:t>
    </dgm:pt>
    <dgm:pt modelId="{AE9D4AC1-F8C7-4EC1-AAC4-E034FB958022}" type="parTrans" cxnId="{DF912EED-944A-4DE1-B8FF-EBC2D9C79F0E}">
      <dgm:prSet/>
      <dgm:spPr/>
      <dgm:t>
        <a:bodyPr/>
        <a:lstStyle/>
        <a:p>
          <a:endParaRPr lang="en-US"/>
        </a:p>
      </dgm:t>
    </dgm:pt>
    <dgm:pt modelId="{B67D46B5-0745-48F1-AF9A-2053D4C55A2E}" type="sibTrans" cxnId="{DF912EED-944A-4DE1-B8FF-EBC2D9C79F0E}">
      <dgm:prSet/>
      <dgm:spPr/>
      <dgm:t>
        <a:bodyPr/>
        <a:lstStyle/>
        <a:p>
          <a:endParaRPr lang="en-US"/>
        </a:p>
      </dgm:t>
    </dgm:pt>
    <dgm:pt modelId="{B9F2B0CA-5BB3-4DD0-9BC4-82B92AB562C9}">
      <dgm:prSet/>
      <dgm:spPr/>
      <dgm:t>
        <a:bodyPr/>
        <a:lstStyle/>
        <a:p>
          <a:r>
            <a:rPr lang="en-US"/>
            <a:t>Deployment Frequency</a:t>
          </a:r>
        </a:p>
      </dgm:t>
    </dgm:pt>
    <dgm:pt modelId="{AA44FB36-17FF-4EB4-924C-4285643BF688}" type="parTrans" cxnId="{A5F90D3D-4207-46A0-AEA2-60F13F55AE09}">
      <dgm:prSet/>
      <dgm:spPr/>
      <dgm:t>
        <a:bodyPr/>
        <a:lstStyle/>
        <a:p>
          <a:endParaRPr lang="en-US"/>
        </a:p>
      </dgm:t>
    </dgm:pt>
    <dgm:pt modelId="{F8F1C242-8E97-4F5E-83F6-9FB4344041E4}" type="sibTrans" cxnId="{A5F90D3D-4207-46A0-AEA2-60F13F55AE09}">
      <dgm:prSet/>
      <dgm:spPr/>
      <dgm:t>
        <a:bodyPr/>
        <a:lstStyle/>
        <a:p>
          <a:endParaRPr lang="en-US"/>
        </a:p>
      </dgm:t>
    </dgm:pt>
    <dgm:pt modelId="{CA30E3EF-61B5-48AB-821D-63976217D297}" type="pres">
      <dgm:prSet presAssocID="{DB27E759-9CBB-4884-B42B-1E7A55E1DCF3}" presName="diagram" presStyleCnt="0">
        <dgm:presLayoutVars>
          <dgm:dir/>
          <dgm:resizeHandles val="exact"/>
        </dgm:presLayoutVars>
      </dgm:prSet>
      <dgm:spPr/>
    </dgm:pt>
    <dgm:pt modelId="{EFD3130A-3E87-4F02-8A56-9A8D66F7F7E4}" type="pres">
      <dgm:prSet presAssocID="{692BBDB6-0324-49C9-A082-CEF2B794D8FF}" presName="node" presStyleLbl="node1" presStyleIdx="0" presStyleCnt="8">
        <dgm:presLayoutVars>
          <dgm:bulletEnabled val="1"/>
        </dgm:presLayoutVars>
      </dgm:prSet>
      <dgm:spPr/>
    </dgm:pt>
    <dgm:pt modelId="{7922B21E-0DD6-4A3E-8432-90F6DD672BAF}" type="pres">
      <dgm:prSet presAssocID="{54CEA265-51E2-42F0-88C1-B105AE8D4FFE}" presName="sibTrans" presStyleCnt="0"/>
      <dgm:spPr/>
    </dgm:pt>
    <dgm:pt modelId="{486D9480-8B2B-4613-AE93-08A7720391D8}" type="pres">
      <dgm:prSet presAssocID="{8F485B7D-C56D-4379-869E-8CDED64DD1FF}" presName="node" presStyleLbl="node1" presStyleIdx="1" presStyleCnt="8">
        <dgm:presLayoutVars>
          <dgm:bulletEnabled val="1"/>
        </dgm:presLayoutVars>
      </dgm:prSet>
      <dgm:spPr/>
    </dgm:pt>
    <dgm:pt modelId="{07180183-8779-456A-87D7-521B2A71623A}" type="pres">
      <dgm:prSet presAssocID="{97E2A00C-F43B-4B22-B1CA-FA4A6009D36B}" presName="sibTrans" presStyleCnt="0"/>
      <dgm:spPr/>
    </dgm:pt>
    <dgm:pt modelId="{A4BA26DD-64E8-41AE-A93F-28FF73D7F95C}" type="pres">
      <dgm:prSet presAssocID="{6A5FEF58-D046-4F25-A662-DCEC56C2A4D1}" presName="node" presStyleLbl="node1" presStyleIdx="2" presStyleCnt="8">
        <dgm:presLayoutVars>
          <dgm:bulletEnabled val="1"/>
        </dgm:presLayoutVars>
      </dgm:prSet>
      <dgm:spPr/>
    </dgm:pt>
    <dgm:pt modelId="{A96B3C86-F44A-4DF8-9676-E08A330E5F11}" type="pres">
      <dgm:prSet presAssocID="{B2441E3E-C50C-428A-A222-1BC3EA9F7BE2}" presName="sibTrans" presStyleCnt="0"/>
      <dgm:spPr/>
    </dgm:pt>
    <dgm:pt modelId="{D8FA9833-1595-432D-97CF-D73CD8AF41F4}" type="pres">
      <dgm:prSet presAssocID="{490D1D11-C101-494D-9A64-A2BB31E620B9}" presName="node" presStyleLbl="node1" presStyleIdx="3" presStyleCnt="8">
        <dgm:presLayoutVars>
          <dgm:bulletEnabled val="1"/>
        </dgm:presLayoutVars>
      </dgm:prSet>
      <dgm:spPr/>
    </dgm:pt>
    <dgm:pt modelId="{922A30A5-A271-4378-A8CE-CADD3AD549E2}" type="pres">
      <dgm:prSet presAssocID="{222543FE-7639-4C1E-AE5B-152BA063AEC3}" presName="sibTrans" presStyleCnt="0"/>
      <dgm:spPr/>
    </dgm:pt>
    <dgm:pt modelId="{FB333DA5-036D-4177-8EDF-B9D3E83A601C}" type="pres">
      <dgm:prSet presAssocID="{311E319C-B7E0-46A5-ADBE-A1F06B061CBB}" presName="node" presStyleLbl="node1" presStyleIdx="4" presStyleCnt="8">
        <dgm:presLayoutVars>
          <dgm:bulletEnabled val="1"/>
        </dgm:presLayoutVars>
      </dgm:prSet>
      <dgm:spPr/>
    </dgm:pt>
    <dgm:pt modelId="{4EEE5F8A-DC4D-47AF-96AC-91F77CBD8EA1}" type="pres">
      <dgm:prSet presAssocID="{A4685625-8C14-4BD4-9B8C-6A8336D019C9}" presName="sibTrans" presStyleCnt="0"/>
      <dgm:spPr/>
    </dgm:pt>
    <dgm:pt modelId="{569A1F8A-7BE4-4D3B-97ED-95CBD1BBBB48}" type="pres">
      <dgm:prSet presAssocID="{111A1DB2-E567-4A7B-BCC1-CB57B08C63D6}" presName="node" presStyleLbl="node1" presStyleIdx="5" presStyleCnt="8">
        <dgm:presLayoutVars>
          <dgm:bulletEnabled val="1"/>
        </dgm:presLayoutVars>
      </dgm:prSet>
      <dgm:spPr/>
    </dgm:pt>
    <dgm:pt modelId="{803CA60D-AF20-4CC3-A214-8886CD9B83CD}" type="pres">
      <dgm:prSet presAssocID="{50E18BA5-726B-4FBA-B07C-22BC22A6572A}" presName="sibTrans" presStyleCnt="0"/>
      <dgm:spPr/>
    </dgm:pt>
    <dgm:pt modelId="{5207E0C4-BADD-49B8-A863-D12CF56DECEA}" type="pres">
      <dgm:prSet presAssocID="{B6A86260-8D59-4CA9-A1B2-DF5FC117D6E0}" presName="node" presStyleLbl="node1" presStyleIdx="6" presStyleCnt="8">
        <dgm:presLayoutVars>
          <dgm:bulletEnabled val="1"/>
        </dgm:presLayoutVars>
      </dgm:prSet>
      <dgm:spPr/>
    </dgm:pt>
    <dgm:pt modelId="{1FB3C41F-885B-4D97-AFAD-BEE27E1C05E4}" type="pres">
      <dgm:prSet presAssocID="{B67D46B5-0745-48F1-AF9A-2053D4C55A2E}" presName="sibTrans" presStyleCnt="0"/>
      <dgm:spPr/>
    </dgm:pt>
    <dgm:pt modelId="{CF5AFA08-0249-4522-9E9D-288460978C82}" type="pres">
      <dgm:prSet presAssocID="{B9F2B0CA-5BB3-4DD0-9BC4-82B92AB562C9}" presName="node" presStyleLbl="node1" presStyleIdx="7" presStyleCnt="8">
        <dgm:presLayoutVars>
          <dgm:bulletEnabled val="1"/>
        </dgm:presLayoutVars>
      </dgm:prSet>
      <dgm:spPr/>
    </dgm:pt>
  </dgm:ptLst>
  <dgm:cxnLst>
    <dgm:cxn modelId="{90E9A334-FBA5-4AA6-A1A5-5A56967E6AF3}" srcId="{DB27E759-9CBB-4884-B42B-1E7A55E1DCF3}" destId="{8F485B7D-C56D-4379-869E-8CDED64DD1FF}" srcOrd="1" destOrd="0" parTransId="{E130335A-977C-4097-BAC5-5F7E11D2E821}" sibTransId="{97E2A00C-F43B-4B22-B1CA-FA4A6009D36B}"/>
    <dgm:cxn modelId="{A5F90D3D-4207-46A0-AEA2-60F13F55AE09}" srcId="{DB27E759-9CBB-4884-B42B-1E7A55E1DCF3}" destId="{B9F2B0CA-5BB3-4DD0-9BC4-82B92AB562C9}" srcOrd="7" destOrd="0" parTransId="{AA44FB36-17FF-4EB4-924C-4285643BF688}" sibTransId="{F8F1C242-8E97-4F5E-83F6-9FB4344041E4}"/>
    <dgm:cxn modelId="{7781495F-8E25-4551-963D-AC52C3D8B983}" type="presOf" srcId="{B6A86260-8D59-4CA9-A1B2-DF5FC117D6E0}" destId="{5207E0C4-BADD-49B8-A863-D12CF56DECEA}" srcOrd="0" destOrd="0" presId="urn:microsoft.com/office/officeart/2005/8/layout/default"/>
    <dgm:cxn modelId="{299F9060-FA97-4FB9-B955-D8EB57D3E0CB}" type="presOf" srcId="{111A1DB2-E567-4A7B-BCC1-CB57B08C63D6}" destId="{569A1F8A-7BE4-4D3B-97ED-95CBD1BBBB48}" srcOrd="0" destOrd="0" presId="urn:microsoft.com/office/officeart/2005/8/layout/default"/>
    <dgm:cxn modelId="{7D4C2C54-CC29-4635-A548-0E2524BC161B}" srcId="{DB27E759-9CBB-4884-B42B-1E7A55E1DCF3}" destId="{111A1DB2-E567-4A7B-BCC1-CB57B08C63D6}" srcOrd="5" destOrd="0" parTransId="{3E244D04-64F1-4E94-A4D2-8A680B9D654B}" sibTransId="{50E18BA5-726B-4FBA-B07C-22BC22A6572A}"/>
    <dgm:cxn modelId="{B2403D75-6437-4F35-9205-EA4917A61B1C}" srcId="{DB27E759-9CBB-4884-B42B-1E7A55E1DCF3}" destId="{6A5FEF58-D046-4F25-A662-DCEC56C2A4D1}" srcOrd="2" destOrd="0" parTransId="{ED3AFD35-96E0-41A0-8D25-F1C940ED2F9B}" sibTransId="{B2441E3E-C50C-428A-A222-1BC3EA9F7BE2}"/>
    <dgm:cxn modelId="{49FE7F56-A75D-43AD-AE69-58FB7F234B6F}" type="presOf" srcId="{B9F2B0CA-5BB3-4DD0-9BC4-82B92AB562C9}" destId="{CF5AFA08-0249-4522-9E9D-288460978C82}" srcOrd="0" destOrd="0" presId="urn:microsoft.com/office/officeart/2005/8/layout/default"/>
    <dgm:cxn modelId="{31EB9C78-64FF-479C-9E0A-6D4144B01E83}" type="presOf" srcId="{DB27E759-9CBB-4884-B42B-1E7A55E1DCF3}" destId="{CA30E3EF-61B5-48AB-821D-63976217D297}" srcOrd="0" destOrd="0" presId="urn:microsoft.com/office/officeart/2005/8/layout/default"/>
    <dgm:cxn modelId="{40D0EAAB-504F-4BAF-A274-1C441A564430}" type="presOf" srcId="{6A5FEF58-D046-4F25-A662-DCEC56C2A4D1}" destId="{A4BA26DD-64E8-41AE-A93F-28FF73D7F95C}" srcOrd="0" destOrd="0" presId="urn:microsoft.com/office/officeart/2005/8/layout/default"/>
    <dgm:cxn modelId="{2A321AB1-3A48-40D8-9426-605F8002CBDA}" type="presOf" srcId="{311E319C-B7E0-46A5-ADBE-A1F06B061CBB}" destId="{FB333DA5-036D-4177-8EDF-B9D3E83A601C}" srcOrd="0" destOrd="0" presId="urn:microsoft.com/office/officeart/2005/8/layout/default"/>
    <dgm:cxn modelId="{D90075B1-DA29-42C4-8C18-4CB346C6C020}" type="presOf" srcId="{692BBDB6-0324-49C9-A082-CEF2B794D8FF}" destId="{EFD3130A-3E87-4F02-8A56-9A8D66F7F7E4}" srcOrd="0" destOrd="0" presId="urn:microsoft.com/office/officeart/2005/8/layout/default"/>
    <dgm:cxn modelId="{CC29DACC-4CFB-4570-AC78-FFF2A33DE7FB}" type="presOf" srcId="{490D1D11-C101-494D-9A64-A2BB31E620B9}" destId="{D8FA9833-1595-432D-97CF-D73CD8AF41F4}" srcOrd="0" destOrd="0" presId="urn:microsoft.com/office/officeart/2005/8/layout/default"/>
    <dgm:cxn modelId="{640C24D2-DCAD-4BB1-A387-ED7312A2A4BD}" srcId="{DB27E759-9CBB-4884-B42B-1E7A55E1DCF3}" destId="{692BBDB6-0324-49C9-A082-CEF2B794D8FF}" srcOrd="0" destOrd="0" parTransId="{67E127DA-A0F6-46E6-BA24-AC2F0CC8106A}" sibTransId="{54CEA265-51E2-42F0-88C1-B105AE8D4FFE}"/>
    <dgm:cxn modelId="{DF912EED-944A-4DE1-B8FF-EBC2D9C79F0E}" srcId="{DB27E759-9CBB-4884-B42B-1E7A55E1DCF3}" destId="{B6A86260-8D59-4CA9-A1B2-DF5FC117D6E0}" srcOrd="6" destOrd="0" parTransId="{AE9D4AC1-F8C7-4EC1-AAC4-E034FB958022}" sibTransId="{B67D46B5-0745-48F1-AF9A-2053D4C55A2E}"/>
    <dgm:cxn modelId="{9FBAABEE-BB95-4666-A1CD-FA5C90A532C9}" srcId="{DB27E759-9CBB-4884-B42B-1E7A55E1DCF3}" destId="{311E319C-B7E0-46A5-ADBE-A1F06B061CBB}" srcOrd="4" destOrd="0" parTransId="{59E47056-C521-4D54-ACDE-A6DAA3CE9838}" sibTransId="{A4685625-8C14-4BD4-9B8C-6A8336D019C9}"/>
    <dgm:cxn modelId="{65CE08F0-EA53-4B14-83D3-9EA2108D2A5D}" srcId="{DB27E759-9CBB-4884-B42B-1E7A55E1DCF3}" destId="{490D1D11-C101-494D-9A64-A2BB31E620B9}" srcOrd="3" destOrd="0" parTransId="{F59AF293-B166-41AD-9683-417537D972D1}" sibTransId="{222543FE-7639-4C1E-AE5B-152BA063AEC3}"/>
    <dgm:cxn modelId="{DDE679FC-10D9-47C1-9BDE-4019A09D0164}" type="presOf" srcId="{8F485B7D-C56D-4379-869E-8CDED64DD1FF}" destId="{486D9480-8B2B-4613-AE93-08A7720391D8}" srcOrd="0" destOrd="0" presId="urn:microsoft.com/office/officeart/2005/8/layout/default"/>
    <dgm:cxn modelId="{C099611A-658E-4386-93E0-4251512FBB50}" type="presParOf" srcId="{CA30E3EF-61B5-48AB-821D-63976217D297}" destId="{EFD3130A-3E87-4F02-8A56-9A8D66F7F7E4}" srcOrd="0" destOrd="0" presId="urn:microsoft.com/office/officeart/2005/8/layout/default"/>
    <dgm:cxn modelId="{F972B6C0-0A27-4234-BE8C-41A191223F6A}" type="presParOf" srcId="{CA30E3EF-61B5-48AB-821D-63976217D297}" destId="{7922B21E-0DD6-4A3E-8432-90F6DD672BAF}" srcOrd="1" destOrd="0" presId="urn:microsoft.com/office/officeart/2005/8/layout/default"/>
    <dgm:cxn modelId="{A6CF1134-4BC0-4007-B982-9C2EDD27F62B}" type="presParOf" srcId="{CA30E3EF-61B5-48AB-821D-63976217D297}" destId="{486D9480-8B2B-4613-AE93-08A7720391D8}" srcOrd="2" destOrd="0" presId="urn:microsoft.com/office/officeart/2005/8/layout/default"/>
    <dgm:cxn modelId="{1B11D1D4-6A40-42D0-A502-09AFBE7F0C9B}" type="presParOf" srcId="{CA30E3EF-61B5-48AB-821D-63976217D297}" destId="{07180183-8779-456A-87D7-521B2A71623A}" srcOrd="3" destOrd="0" presId="urn:microsoft.com/office/officeart/2005/8/layout/default"/>
    <dgm:cxn modelId="{E8D8B7BD-BD83-4185-975D-6D9D7E101BA1}" type="presParOf" srcId="{CA30E3EF-61B5-48AB-821D-63976217D297}" destId="{A4BA26DD-64E8-41AE-A93F-28FF73D7F95C}" srcOrd="4" destOrd="0" presId="urn:microsoft.com/office/officeart/2005/8/layout/default"/>
    <dgm:cxn modelId="{3856A7D1-301D-4AC6-A090-05AD7C423E0A}" type="presParOf" srcId="{CA30E3EF-61B5-48AB-821D-63976217D297}" destId="{A96B3C86-F44A-4DF8-9676-E08A330E5F11}" srcOrd="5" destOrd="0" presId="urn:microsoft.com/office/officeart/2005/8/layout/default"/>
    <dgm:cxn modelId="{DDE92860-496F-42BD-A218-BE31B5AF47F0}" type="presParOf" srcId="{CA30E3EF-61B5-48AB-821D-63976217D297}" destId="{D8FA9833-1595-432D-97CF-D73CD8AF41F4}" srcOrd="6" destOrd="0" presId="urn:microsoft.com/office/officeart/2005/8/layout/default"/>
    <dgm:cxn modelId="{550E0D53-0302-4BB3-B0DE-BA1237073B83}" type="presParOf" srcId="{CA30E3EF-61B5-48AB-821D-63976217D297}" destId="{922A30A5-A271-4378-A8CE-CADD3AD549E2}" srcOrd="7" destOrd="0" presId="urn:microsoft.com/office/officeart/2005/8/layout/default"/>
    <dgm:cxn modelId="{117B756E-0D91-4140-BB75-2AD3BDEBBB92}" type="presParOf" srcId="{CA30E3EF-61B5-48AB-821D-63976217D297}" destId="{FB333DA5-036D-4177-8EDF-B9D3E83A601C}" srcOrd="8" destOrd="0" presId="urn:microsoft.com/office/officeart/2005/8/layout/default"/>
    <dgm:cxn modelId="{2E421666-CA44-49A0-B847-F3DA0C638E97}" type="presParOf" srcId="{CA30E3EF-61B5-48AB-821D-63976217D297}" destId="{4EEE5F8A-DC4D-47AF-96AC-91F77CBD8EA1}" srcOrd="9" destOrd="0" presId="urn:microsoft.com/office/officeart/2005/8/layout/default"/>
    <dgm:cxn modelId="{8E8CF4BF-A3EC-4ED1-BA5D-2B64FCE26B01}" type="presParOf" srcId="{CA30E3EF-61B5-48AB-821D-63976217D297}" destId="{569A1F8A-7BE4-4D3B-97ED-95CBD1BBBB48}" srcOrd="10" destOrd="0" presId="urn:microsoft.com/office/officeart/2005/8/layout/default"/>
    <dgm:cxn modelId="{F4A1002B-AFA4-464C-8E28-95868B41E5E5}" type="presParOf" srcId="{CA30E3EF-61B5-48AB-821D-63976217D297}" destId="{803CA60D-AF20-4CC3-A214-8886CD9B83CD}" srcOrd="11" destOrd="0" presId="urn:microsoft.com/office/officeart/2005/8/layout/default"/>
    <dgm:cxn modelId="{5E0F2AC1-6113-4E1C-9544-62F5B1A0FB8A}" type="presParOf" srcId="{CA30E3EF-61B5-48AB-821D-63976217D297}" destId="{5207E0C4-BADD-49B8-A863-D12CF56DECEA}" srcOrd="12" destOrd="0" presId="urn:microsoft.com/office/officeart/2005/8/layout/default"/>
    <dgm:cxn modelId="{4E2C83AA-4A98-47BE-8F9F-5B77078037E4}" type="presParOf" srcId="{CA30E3EF-61B5-48AB-821D-63976217D297}" destId="{1FB3C41F-885B-4D97-AFAD-BEE27E1C05E4}" srcOrd="13" destOrd="0" presId="urn:microsoft.com/office/officeart/2005/8/layout/default"/>
    <dgm:cxn modelId="{D5186332-77F1-4A50-99EC-5DE1C3421D92}" type="presParOf" srcId="{CA30E3EF-61B5-48AB-821D-63976217D297}" destId="{CF5AFA08-0249-4522-9E9D-288460978C8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418DBD-001A-42DB-8AB5-32BCDCE2C64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BC51C9-2BE1-4E07-81F7-3E9551C32FC5}">
      <dgm:prSet/>
      <dgm:spPr/>
      <dgm:t>
        <a:bodyPr/>
        <a:lstStyle/>
        <a:p>
          <a:r>
            <a:rPr lang="en-US"/>
            <a:t>This is the amount of time working on a request</a:t>
          </a:r>
        </a:p>
      </dgm:t>
    </dgm:pt>
    <dgm:pt modelId="{D95F179A-DB6B-4BCB-B288-962D563F51D0}" type="parTrans" cxnId="{F104E4E8-BD61-4DE7-B1C9-9D185972A61F}">
      <dgm:prSet/>
      <dgm:spPr/>
      <dgm:t>
        <a:bodyPr/>
        <a:lstStyle/>
        <a:p>
          <a:endParaRPr lang="en-US"/>
        </a:p>
      </dgm:t>
    </dgm:pt>
    <dgm:pt modelId="{CD5EA2ED-9399-453E-9DD6-48F4E11CB225}" type="sibTrans" cxnId="{F104E4E8-BD61-4DE7-B1C9-9D185972A61F}">
      <dgm:prSet/>
      <dgm:spPr/>
      <dgm:t>
        <a:bodyPr/>
        <a:lstStyle/>
        <a:p>
          <a:endParaRPr lang="en-US"/>
        </a:p>
      </dgm:t>
    </dgm:pt>
    <dgm:pt modelId="{1E41BC58-435A-470B-A517-0FB7DEBF4400}">
      <dgm:prSet/>
      <dgm:spPr/>
      <dgm:t>
        <a:bodyPr/>
        <a:lstStyle/>
        <a:p>
          <a:r>
            <a:rPr lang="en-US"/>
            <a:t>This is only what the developer experiences</a:t>
          </a:r>
        </a:p>
      </dgm:t>
    </dgm:pt>
    <dgm:pt modelId="{F395185B-FC3B-47CC-B3E1-A8425A0CEE23}" type="parTrans" cxnId="{AC3F824D-A1AA-43F5-BBCB-E10E3E0A4BB8}">
      <dgm:prSet/>
      <dgm:spPr/>
      <dgm:t>
        <a:bodyPr/>
        <a:lstStyle/>
        <a:p>
          <a:endParaRPr lang="en-US"/>
        </a:p>
      </dgm:t>
    </dgm:pt>
    <dgm:pt modelId="{71E63A4E-F225-498C-BD04-63B4A2550ADD}" type="sibTrans" cxnId="{AC3F824D-A1AA-43F5-BBCB-E10E3E0A4BB8}">
      <dgm:prSet/>
      <dgm:spPr/>
      <dgm:t>
        <a:bodyPr/>
        <a:lstStyle/>
        <a:p>
          <a:endParaRPr lang="en-US"/>
        </a:p>
      </dgm:t>
    </dgm:pt>
    <dgm:pt modelId="{E5BD7EA3-5EE0-4601-8B3F-6F0B8F6D32D5}">
      <dgm:prSet/>
      <dgm:spPr/>
      <dgm:t>
        <a:bodyPr/>
        <a:lstStyle/>
        <a:p>
          <a:r>
            <a:rPr lang="en-US"/>
            <a:t>This does not include the time spent in queues</a:t>
          </a:r>
        </a:p>
      </dgm:t>
    </dgm:pt>
    <dgm:pt modelId="{C8101966-53E0-453A-BDC4-3C696AF06B27}" type="parTrans" cxnId="{1AC1B7F7-638B-4B6A-B93B-383914F86400}">
      <dgm:prSet/>
      <dgm:spPr/>
      <dgm:t>
        <a:bodyPr/>
        <a:lstStyle/>
        <a:p>
          <a:endParaRPr lang="en-US"/>
        </a:p>
      </dgm:t>
    </dgm:pt>
    <dgm:pt modelId="{6DF056C2-1414-42BE-B8E6-C631DD6255C9}" type="sibTrans" cxnId="{1AC1B7F7-638B-4B6A-B93B-383914F86400}">
      <dgm:prSet/>
      <dgm:spPr/>
      <dgm:t>
        <a:bodyPr/>
        <a:lstStyle/>
        <a:p>
          <a:endParaRPr lang="en-US"/>
        </a:p>
      </dgm:t>
    </dgm:pt>
    <dgm:pt modelId="{6AAD38DF-005C-449F-BE9F-754CD614FA38}">
      <dgm:prSet/>
      <dgm:spPr/>
      <dgm:t>
        <a:bodyPr/>
        <a:lstStyle/>
        <a:p>
          <a:r>
            <a:rPr lang="en-US"/>
            <a:t>This is more so a drop in the bucket of the entire process</a:t>
          </a:r>
        </a:p>
      </dgm:t>
    </dgm:pt>
    <dgm:pt modelId="{A6EA25D8-C1F4-4DB3-AA6D-BBCD64DA3A16}" type="parTrans" cxnId="{7B4C3877-BF20-49DD-BC57-8AC4ED16FC29}">
      <dgm:prSet/>
      <dgm:spPr/>
      <dgm:t>
        <a:bodyPr/>
        <a:lstStyle/>
        <a:p>
          <a:endParaRPr lang="en-US"/>
        </a:p>
      </dgm:t>
    </dgm:pt>
    <dgm:pt modelId="{2EC4C04D-60F3-445E-B93A-1D43E0F0B3B6}" type="sibTrans" cxnId="{7B4C3877-BF20-49DD-BC57-8AC4ED16FC29}">
      <dgm:prSet/>
      <dgm:spPr/>
      <dgm:t>
        <a:bodyPr/>
        <a:lstStyle/>
        <a:p>
          <a:endParaRPr lang="en-US"/>
        </a:p>
      </dgm:t>
    </dgm:pt>
    <dgm:pt modelId="{56132D83-3E56-4109-B6F2-91A664E97F29}" type="pres">
      <dgm:prSet presAssocID="{14418DBD-001A-42DB-8AB5-32BCDCE2C64D}" presName="linear" presStyleCnt="0">
        <dgm:presLayoutVars>
          <dgm:animLvl val="lvl"/>
          <dgm:resizeHandles val="exact"/>
        </dgm:presLayoutVars>
      </dgm:prSet>
      <dgm:spPr/>
    </dgm:pt>
    <dgm:pt modelId="{A3B66539-4880-4890-8654-2E312845AC2A}" type="pres">
      <dgm:prSet presAssocID="{4BBC51C9-2BE1-4E07-81F7-3E9551C32F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2E24E6A-9B74-48E0-9C8D-E4020E7251FF}" type="pres">
      <dgm:prSet presAssocID="{CD5EA2ED-9399-453E-9DD6-48F4E11CB225}" presName="spacer" presStyleCnt="0"/>
      <dgm:spPr/>
    </dgm:pt>
    <dgm:pt modelId="{6C94E2E0-598A-4175-B8AB-39213BD8C260}" type="pres">
      <dgm:prSet presAssocID="{1E41BC58-435A-470B-A517-0FB7DEBF440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DC5180-F17C-496B-A328-7533D59BB99D}" type="pres">
      <dgm:prSet presAssocID="{71E63A4E-F225-498C-BD04-63B4A2550ADD}" presName="spacer" presStyleCnt="0"/>
      <dgm:spPr/>
    </dgm:pt>
    <dgm:pt modelId="{520EA2B6-3AF2-40E4-BCF3-02913B92E73A}" type="pres">
      <dgm:prSet presAssocID="{E5BD7EA3-5EE0-4601-8B3F-6F0B8F6D32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947B41-5D7D-46F6-BCAA-5803636F2F84}" type="pres">
      <dgm:prSet presAssocID="{6DF056C2-1414-42BE-B8E6-C631DD6255C9}" presName="spacer" presStyleCnt="0"/>
      <dgm:spPr/>
    </dgm:pt>
    <dgm:pt modelId="{F5A8CBF0-A1C1-4163-ADDA-EF9D3A094B15}" type="pres">
      <dgm:prSet presAssocID="{6AAD38DF-005C-449F-BE9F-754CD614FA3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205A71B-41E9-4CD2-9822-6687E4F2D475}" type="presOf" srcId="{14418DBD-001A-42DB-8AB5-32BCDCE2C64D}" destId="{56132D83-3E56-4109-B6F2-91A664E97F29}" srcOrd="0" destOrd="0" presId="urn:microsoft.com/office/officeart/2005/8/layout/vList2"/>
    <dgm:cxn modelId="{8320CF1D-FAA1-4474-AE80-7BBDBD6A1437}" type="presOf" srcId="{1E41BC58-435A-470B-A517-0FB7DEBF4400}" destId="{6C94E2E0-598A-4175-B8AB-39213BD8C260}" srcOrd="0" destOrd="0" presId="urn:microsoft.com/office/officeart/2005/8/layout/vList2"/>
    <dgm:cxn modelId="{AC3F824D-A1AA-43F5-BBCB-E10E3E0A4BB8}" srcId="{14418DBD-001A-42DB-8AB5-32BCDCE2C64D}" destId="{1E41BC58-435A-470B-A517-0FB7DEBF4400}" srcOrd="1" destOrd="0" parTransId="{F395185B-FC3B-47CC-B3E1-A8425A0CEE23}" sibTransId="{71E63A4E-F225-498C-BD04-63B4A2550ADD}"/>
    <dgm:cxn modelId="{7B4C3877-BF20-49DD-BC57-8AC4ED16FC29}" srcId="{14418DBD-001A-42DB-8AB5-32BCDCE2C64D}" destId="{6AAD38DF-005C-449F-BE9F-754CD614FA38}" srcOrd="3" destOrd="0" parTransId="{A6EA25D8-C1F4-4DB3-AA6D-BBCD64DA3A16}" sibTransId="{2EC4C04D-60F3-445E-B93A-1D43E0F0B3B6}"/>
    <dgm:cxn modelId="{6402E0A0-BC47-43FF-BF6E-7EF95764C5A0}" type="presOf" srcId="{6AAD38DF-005C-449F-BE9F-754CD614FA38}" destId="{F5A8CBF0-A1C1-4163-ADDA-EF9D3A094B15}" srcOrd="0" destOrd="0" presId="urn:microsoft.com/office/officeart/2005/8/layout/vList2"/>
    <dgm:cxn modelId="{ABE57EBF-CBAF-449C-90B3-841FFC87F988}" type="presOf" srcId="{E5BD7EA3-5EE0-4601-8B3F-6F0B8F6D32D5}" destId="{520EA2B6-3AF2-40E4-BCF3-02913B92E73A}" srcOrd="0" destOrd="0" presId="urn:microsoft.com/office/officeart/2005/8/layout/vList2"/>
    <dgm:cxn modelId="{F104E4E8-BD61-4DE7-B1C9-9D185972A61F}" srcId="{14418DBD-001A-42DB-8AB5-32BCDCE2C64D}" destId="{4BBC51C9-2BE1-4E07-81F7-3E9551C32FC5}" srcOrd="0" destOrd="0" parTransId="{D95F179A-DB6B-4BCB-B288-962D563F51D0}" sibTransId="{CD5EA2ED-9399-453E-9DD6-48F4E11CB225}"/>
    <dgm:cxn modelId="{1AC1B7F7-638B-4B6A-B93B-383914F86400}" srcId="{14418DBD-001A-42DB-8AB5-32BCDCE2C64D}" destId="{E5BD7EA3-5EE0-4601-8B3F-6F0B8F6D32D5}" srcOrd="2" destOrd="0" parTransId="{C8101966-53E0-453A-BDC4-3C696AF06B27}" sibTransId="{6DF056C2-1414-42BE-B8E6-C631DD6255C9}"/>
    <dgm:cxn modelId="{140EBAF9-0D8B-4105-A4BA-525A26E53068}" type="presOf" srcId="{4BBC51C9-2BE1-4E07-81F7-3E9551C32FC5}" destId="{A3B66539-4880-4890-8654-2E312845AC2A}" srcOrd="0" destOrd="0" presId="urn:microsoft.com/office/officeart/2005/8/layout/vList2"/>
    <dgm:cxn modelId="{CA96B647-5135-42A6-8F3A-25E1A5704CF8}" type="presParOf" srcId="{56132D83-3E56-4109-B6F2-91A664E97F29}" destId="{A3B66539-4880-4890-8654-2E312845AC2A}" srcOrd="0" destOrd="0" presId="urn:microsoft.com/office/officeart/2005/8/layout/vList2"/>
    <dgm:cxn modelId="{A878B638-AD48-434B-895D-FCF9399174A0}" type="presParOf" srcId="{56132D83-3E56-4109-B6F2-91A664E97F29}" destId="{62E24E6A-9B74-48E0-9C8D-E4020E7251FF}" srcOrd="1" destOrd="0" presId="urn:microsoft.com/office/officeart/2005/8/layout/vList2"/>
    <dgm:cxn modelId="{48C638B3-7514-484A-BD57-FE3115386F56}" type="presParOf" srcId="{56132D83-3E56-4109-B6F2-91A664E97F29}" destId="{6C94E2E0-598A-4175-B8AB-39213BD8C260}" srcOrd="2" destOrd="0" presId="urn:microsoft.com/office/officeart/2005/8/layout/vList2"/>
    <dgm:cxn modelId="{3DF815DB-5A69-4A8A-A379-8BD2F6178CDE}" type="presParOf" srcId="{56132D83-3E56-4109-B6F2-91A664E97F29}" destId="{D7DC5180-F17C-496B-A328-7533D59BB99D}" srcOrd="3" destOrd="0" presId="urn:microsoft.com/office/officeart/2005/8/layout/vList2"/>
    <dgm:cxn modelId="{1D92451D-1C06-4805-B169-286E2C48502C}" type="presParOf" srcId="{56132D83-3E56-4109-B6F2-91A664E97F29}" destId="{520EA2B6-3AF2-40E4-BCF3-02913B92E73A}" srcOrd="4" destOrd="0" presId="urn:microsoft.com/office/officeart/2005/8/layout/vList2"/>
    <dgm:cxn modelId="{89D2BBC8-C52B-4BA1-9F1E-0424E21C05A6}" type="presParOf" srcId="{56132D83-3E56-4109-B6F2-91A664E97F29}" destId="{70947B41-5D7D-46F6-BCAA-5803636F2F84}" srcOrd="5" destOrd="0" presId="urn:microsoft.com/office/officeart/2005/8/layout/vList2"/>
    <dgm:cxn modelId="{084E49A4-CD81-47FE-9516-9FDEA51945FD}" type="presParOf" srcId="{56132D83-3E56-4109-B6F2-91A664E97F29}" destId="{F5A8CBF0-A1C1-4163-ADDA-EF9D3A094B1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B9A67A-4486-4D24-A7C8-68A99DB00C7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8D1519-300C-4159-860F-4D1DB34C6E0D}">
      <dgm:prSet/>
      <dgm:spPr/>
      <dgm:t>
        <a:bodyPr/>
        <a:lstStyle/>
        <a:p>
          <a:r>
            <a:rPr lang="en-US"/>
            <a:t>This is the total amount of time from when a request is made until it is fulfilled</a:t>
          </a:r>
        </a:p>
      </dgm:t>
    </dgm:pt>
    <dgm:pt modelId="{1FE273AF-3580-4864-81EF-EC3E7E35B7B1}" type="parTrans" cxnId="{A9684297-9152-44EE-86D5-D4E098EED9D9}">
      <dgm:prSet/>
      <dgm:spPr/>
      <dgm:t>
        <a:bodyPr/>
        <a:lstStyle/>
        <a:p>
          <a:endParaRPr lang="en-US"/>
        </a:p>
      </dgm:t>
    </dgm:pt>
    <dgm:pt modelId="{C3038BDD-BC37-4C18-A4CB-2EECC762F50F}" type="sibTrans" cxnId="{A9684297-9152-44EE-86D5-D4E098EED9D9}">
      <dgm:prSet/>
      <dgm:spPr/>
      <dgm:t>
        <a:bodyPr/>
        <a:lstStyle/>
        <a:p>
          <a:endParaRPr lang="en-US"/>
        </a:p>
      </dgm:t>
    </dgm:pt>
    <dgm:pt modelId="{144788C3-DA27-413A-91CB-EB23FA8D8A66}">
      <dgm:prSet/>
      <dgm:spPr/>
      <dgm:t>
        <a:bodyPr/>
        <a:lstStyle/>
        <a:p>
          <a:r>
            <a:rPr lang="en-US"/>
            <a:t>This is the time that the customer experiences</a:t>
          </a:r>
        </a:p>
      </dgm:t>
    </dgm:pt>
    <dgm:pt modelId="{B2C84FD0-7DC8-4553-859D-510DD26E6361}" type="parTrans" cxnId="{8B182B1E-D544-42BE-9FB3-80029C1ECA4B}">
      <dgm:prSet/>
      <dgm:spPr/>
      <dgm:t>
        <a:bodyPr/>
        <a:lstStyle/>
        <a:p>
          <a:endParaRPr lang="en-US"/>
        </a:p>
      </dgm:t>
    </dgm:pt>
    <dgm:pt modelId="{78B88470-6148-48F1-8D0E-2F41AD8F4367}" type="sibTrans" cxnId="{8B182B1E-D544-42BE-9FB3-80029C1ECA4B}">
      <dgm:prSet/>
      <dgm:spPr/>
      <dgm:t>
        <a:bodyPr/>
        <a:lstStyle/>
        <a:p>
          <a:endParaRPr lang="en-US"/>
        </a:p>
      </dgm:t>
    </dgm:pt>
    <dgm:pt modelId="{DAC85864-5281-4A4C-B3CE-16650D02DB67}">
      <dgm:prSet/>
      <dgm:spPr/>
      <dgm:t>
        <a:bodyPr/>
        <a:lstStyle/>
        <a:p>
          <a:r>
            <a:rPr lang="en-US"/>
            <a:t>It also includes time spent waiting in queues </a:t>
          </a:r>
        </a:p>
      </dgm:t>
    </dgm:pt>
    <dgm:pt modelId="{250BD3EB-E599-4B35-95EC-7AFFFC22CF41}" type="parTrans" cxnId="{B2266819-2DA7-4F07-BAA9-16C3470B2900}">
      <dgm:prSet/>
      <dgm:spPr/>
      <dgm:t>
        <a:bodyPr/>
        <a:lstStyle/>
        <a:p>
          <a:endParaRPr lang="en-US"/>
        </a:p>
      </dgm:t>
    </dgm:pt>
    <dgm:pt modelId="{BA1CCA86-59BB-4501-A1F7-61E1B8CD4E19}" type="sibTrans" cxnId="{B2266819-2DA7-4F07-BAA9-16C3470B2900}">
      <dgm:prSet/>
      <dgm:spPr/>
      <dgm:t>
        <a:bodyPr/>
        <a:lstStyle/>
        <a:p>
          <a:endParaRPr lang="en-US"/>
        </a:p>
      </dgm:t>
    </dgm:pt>
    <dgm:pt modelId="{F0C068A2-02E3-45E0-90A4-F3B171CC0A23}">
      <dgm:prSet/>
      <dgm:spPr/>
      <dgm:t>
        <a:bodyPr/>
        <a:lstStyle/>
        <a:p>
          <a:r>
            <a:rPr lang="en-US"/>
            <a:t>How to decrease this?</a:t>
          </a:r>
        </a:p>
      </dgm:t>
    </dgm:pt>
    <dgm:pt modelId="{62BA5961-72CD-424A-96CD-9EC74F17DAD2}" type="parTrans" cxnId="{8013E268-F67C-4D5A-8ABA-6317E91144CB}">
      <dgm:prSet/>
      <dgm:spPr/>
      <dgm:t>
        <a:bodyPr/>
        <a:lstStyle/>
        <a:p>
          <a:endParaRPr lang="en-US"/>
        </a:p>
      </dgm:t>
    </dgm:pt>
    <dgm:pt modelId="{F9A8C08C-D7C0-44F5-9B5D-C9164294B7DE}" type="sibTrans" cxnId="{8013E268-F67C-4D5A-8ABA-6317E91144CB}">
      <dgm:prSet/>
      <dgm:spPr/>
      <dgm:t>
        <a:bodyPr/>
        <a:lstStyle/>
        <a:p>
          <a:endParaRPr lang="en-US"/>
        </a:p>
      </dgm:t>
    </dgm:pt>
    <dgm:pt modelId="{641D91B1-4EBC-4DD4-AA8A-D8F80EFE8B17}">
      <dgm:prSet/>
      <dgm:spPr/>
      <dgm:t>
        <a:bodyPr/>
        <a:lstStyle/>
        <a:p>
          <a:r>
            <a:rPr lang="en-US"/>
            <a:t>Reduce Batch sizes</a:t>
          </a:r>
        </a:p>
      </dgm:t>
    </dgm:pt>
    <dgm:pt modelId="{28CD8719-2C0B-4AB6-BEF1-2F067C84ABFD}" type="parTrans" cxnId="{320A6704-46ED-4C25-BB28-56C163ACDF29}">
      <dgm:prSet/>
      <dgm:spPr/>
      <dgm:t>
        <a:bodyPr/>
        <a:lstStyle/>
        <a:p>
          <a:endParaRPr lang="en-US"/>
        </a:p>
      </dgm:t>
    </dgm:pt>
    <dgm:pt modelId="{39A37C8E-4BBF-4060-A8DD-7F324B7D3B8F}" type="sibTrans" cxnId="{320A6704-46ED-4C25-BB28-56C163ACDF29}">
      <dgm:prSet/>
      <dgm:spPr/>
      <dgm:t>
        <a:bodyPr/>
        <a:lstStyle/>
        <a:p>
          <a:endParaRPr lang="en-US"/>
        </a:p>
      </dgm:t>
    </dgm:pt>
    <dgm:pt modelId="{5F8A5A8D-3612-44D0-B312-7F268A423178}">
      <dgm:prSet/>
      <dgm:spPr/>
      <dgm:t>
        <a:bodyPr/>
        <a:lstStyle/>
        <a:p>
          <a:r>
            <a:rPr lang="en-US"/>
            <a:t>Automation</a:t>
          </a:r>
        </a:p>
      </dgm:t>
    </dgm:pt>
    <dgm:pt modelId="{B57601A6-3E89-4C20-9221-D4E31631119F}" type="parTrans" cxnId="{484F74A0-0D1C-4B8B-BCB6-0EB197988E03}">
      <dgm:prSet/>
      <dgm:spPr/>
      <dgm:t>
        <a:bodyPr/>
        <a:lstStyle/>
        <a:p>
          <a:endParaRPr lang="en-US"/>
        </a:p>
      </dgm:t>
    </dgm:pt>
    <dgm:pt modelId="{BE98511F-D1F5-4E00-A00F-B6C8A9F2DF78}" type="sibTrans" cxnId="{484F74A0-0D1C-4B8B-BCB6-0EB197988E03}">
      <dgm:prSet/>
      <dgm:spPr/>
      <dgm:t>
        <a:bodyPr/>
        <a:lstStyle/>
        <a:p>
          <a:endParaRPr lang="en-US"/>
        </a:p>
      </dgm:t>
    </dgm:pt>
    <dgm:pt modelId="{06218577-F262-4934-9C33-BA66BC5B7EF5}">
      <dgm:prSet/>
      <dgm:spPr/>
      <dgm:t>
        <a:bodyPr/>
        <a:lstStyle/>
        <a:p>
          <a:r>
            <a:rPr lang="en-US"/>
            <a:t>Fast feedback</a:t>
          </a:r>
        </a:p>
      </dgm:t>
    </dgm:pt>
    <dgm:pt modelId="{48A2E7C7-264F-4588-AB40-36092DEAF7DB}" type="parTrans" cxnId="{7C045BB8-050A-4EA7-B42B-0B89F0236B9C}">
      <dgm:prSet/>
      <dgm:spPr/>
      <dgm:t>
        <a:bodyPr/>
        <a:lstStyle/>
        <a:p>
          <a:endParaRPr lang="en-US"/>
        </a:p>
      </dgm:t>
    </dgm:pt>
    <dgm:pt modelId="{C1174C60-E4BA-41DA-B24F-400B811C7552}" type="sibTrans" cxnId="{7C045BB8-050A-4EA7-B42B-0B89F0236B9C}">
      <dgm:prSet/>
      <dgm:spPr/>
      <dgm:t>
        <a:bodyPr/>
        <a:lstStyle/>
        <a:p>
          <a:endParaRPr lang="en-US"/>
        </a:p>
      </dgm:t>
    </dgm:pt>
    <dgm:pt modelId="{23DF82BF-FE27-4F89-BF48-92021C002043}">
      <dgm:prSet/>
      <dgm:spPr/>
      <dgm:t>
        <a:bodyPr/>
        <a:lstStyle/>
        <a:p>
          <a:r>
            <a:rPr lang="en-US"/>
            <a:t>Frequent deployments</a:t>
          </a:r>
        </a:p>
      </dgm:t>
    </dgm:pt>
    <dgm:pt modelId="{9EB26DC6-7081-4FC1-B0F8-663D059B8EB6}" type="parTrans" cxnId="{24A99A33-9384-4673-BEB0-2A24D651BACB}">
      <dgm:prSet/>
      <dgm:spPr/>
      <dgm:t>
        <a:bodyPr/>
        <a:lstStyle/>
        <a:p>
          <a:endParaRPr lang="en-US"/>
        </a:p>
      </dgm:t>
    </dgm:pt>
    <dgm:pt modelId="{77EF1276-B48D-4C78-9490-41CB601557B0}" type="sibTrans" cxnId="{24A99A33-9384-4673-BEB0-2A24D651BACB}">
      <dgm:prSet/>
      <dgm:spPr/>
      <dgm:t>
        <a:bodyPr/>
        <a:lstStyle/>
        <a:p>
          <a:endParaRPr lang="en-US"/>
        </a:p>
      </dgm:t>
    </dgm:pt>
    <dgm:pt modelId="{C918C1B0-A356-4B1B-AF99-9742B6388165}">
      <dgm:prSet/>
      <dgm:spPr/>
      <dgm:t>
        <a:bodyPr/>
        <a:lstStyle/>
        <a:p>
          <a:r>
            <a:rPr lang="en-US"/>
            <a:t>No chains of approvals</a:t>
          </a:r>
        </a:p>
      </dgm:t>
    </dgm:pt>
    <dgm:pt modelId="{D0B75E61-B83D-4A40-9712-0ED89B4258E2}" type="parTrans" cxnId="{2D0D0017-214E-483C-A3D2-0E81106E4C25}">
      <dgm:prSet/>
      <dgm:spPr/>
      <dgm:t>
        <a:bodyPr/>
        <a:lstStyle/>
        <a:p>
          <a:endParaRPr lang="en-US"/>
        </a:p>
      </dgm:t>
    </dgm:pt>
    <dgm:pt modelId="{0DAF8738-E731-4DA3-922B-D3BB38ACC31D}" type="sibTrans" cxnId="{2D0D0017-214E-483C-A3D2-0E81106E4C25}">
      <dgm:prSet/>
      <dgm:spPr/>
      <dgm:t>
        <a:bodyPr/>
        <a:lstStyle/>
        <a:p>
          <a:endParaRPr lang="en-US"/>
        </a:p>
      </dgm:t>
    </dgm:pt>
    <dgm:pt modelId="{F255CC92-C9FF-4F58-AA87-7E20391187BB}" type="pres">
      <dgm:prSet presAssocID="{1FB9A67A-4486-4D24-A7C8-68A99DB00C79}" presName="diagram" presStyleCnt="0">
        <dgm:presLayoutVars>
          <dgm:dir/>
          <dgm:resizeHandles val="exact"/>
        </dgm:presLayoutVars>
      </dgm:prSet>
      <dgm:spPr/>
    </dgm:pt>
    <dgm:pt modelId="{1382684A-DAEE-4727-9282-83FC4BCA1932}" type="pres">
      <dgm:prSet presAssocID="{3A8D1519-300C-4159-860F-4D1DB34C6E0D}" presName="node" presStyleLbl="node1" presStyleIdx="0" presStyleCnt="4">
        <dgm:presLayoutVars>
          <dgm:bulletEnabled val="1"/>
        </dgm:presLayoutVars>
      </dgm:prSet>
      <dgm:spPr/>
    </dgm:pt>
    <dgm:pt modelId="{4155C10D-8662-4545-809B-4018D0D8FA4A}" type="pres">
      <dgm:prSet presAssocID="{C3038BDD-BC37-4C18-A4CB-2EECC762F50F}" presName="sibTrans" presStyleCnt="0"/>
      <dgm:spPr/>
    </dgm:pt>
    <dgm:pt modelId="{7E83F2A2-09D5-4C82-A925-14F55ACB51CC}" type="pres">
      <dgm:prSet presAssocID="{144788C3-DA27-413A-91CB-EB23FA8D8A66}" presName="node" presStyleLbl="node1" presStyleIdx="1" presStyleCnt="4">
        <dgm:presLayoutVars>
          <dgm:bulletEnabled val="1"/>
        </dgm:presLayoutVars>
      </dgm:prSet>
      <dgm:spPr/>
    </dgm:pt>
    <dgm:pt modelId="{860F7D19-65FD-47FD-9B3B-E85F86F98A11}" type="pres">
      <dgm:prSet presAssocID="{78B88470-6148-48F1-8D0E-2F41AD8F4367}" presName="sibTrans" presStyleCnt="0"/>
      <dgm:spPr/>
    </dgm:pt>
    <dgm:pt modelId="{40B49E89-7A0C-4138-8019-EBBE7F6AFBA9}" type="pres">
      <dgm:prSet presAssocID="{DAC85864-5281-4A4C-B3CE-16650D02DB67}" presName="node" presStyleLbl="node1" presStyleIdx="2" presStyleCnt="4">
        <dgm:presLayoutVars>
          <dgm:bulletEnabled val="1"/>
        </dgm:presLayoutVars>
      </dgm:prSet>
      <dgm:spPr/>
    </dgm:pt>
    <dgm:pt modelId="{65B12455-D128-4B5E-8269-1083361805E9}" type="pres">
      <dgm:prSet presAssocID="{BA1CCA86-59BB-4501-A1F7-61E1B8CD4E19}" presName="sibTrans" presStyleCnt="0"/>
      <dgm:spPr/>
    </dgm:pt>
    <dgm:pt modelId="{C121F914-3ABF-4037-80E8-04FDB0C6CC91}" type="pres">
      <dgm:prSet presAssocID="{F0C068A2-02E3-45E0-90A4-F3B171CC0A23}" presName="node" presStyleLbl="node1" presStyleIdx="3" presStyleCnt="4">
        <dgm:presLayoutVars>
          <dgm:bulletEnabled val="1"/>
        </dgm:presLayoutVars>
      </dgm:prSet>
      <dgm:spPr/>
    </dgm:pt>
  </dgm:ptLst>
  <dgm:cxnLst>
    <dgm:cxn modelId="{320A6704-46ED-4C25-BB28-56C163ACDF29}" srcId="{F0C068A2-02E3-45E0-90A4-F3B171CC0A23}" destId="{641D91B1-4EBC-4DD4-AA8A-D8F80EFE8B17}" srcOrd="0" destOrd="0" parTransId="{28CD8719-2C0B-4AB6-BEF1-2F067C84ABFD}" sibTransId="{39A37C8E-4BBF-4060-A8DD-7F324B7D3B8F}"/>
    <dgm:cxn modelId="{2D0D0017-214E-483C-A3D2-0E81106E4C25}" srcId="{F0C068A2-02E3-45E0-90A4-F3B171CC0A23}" destId="{C918C1B0-A356-4B1B-AF99-9742B6388165}" srcOrd="4" destOrd="0" parTransId="{D0B75E61-B83D-4A40-9712-0ED89B4258E2}" sibTransId="{0DAF8738-E731-4DA3-922B-D3BB38ACC31D}"/>
    <dgm:cxn modelId="{B2266819-2DA7-4F07-BAA9-16C3470B2900}" srcId="{1FB9A67A-4486-4D24-A7C8-68A99DB00C79}" destId="{DAC85864-5281-4A4C-B3CE-16650D02DB67}" srcOrd="2" destOrd="0" parTransId="{250BD3EB-E599-4B35-95EC-7AFFFC22CF41}" sibTransId="{BA1CCA86-59BB-4501-A1F7-61E1B8CD4E19}"/>
    <dgm:cxn modelId="{8B182B1E-D544-42BE-9FB3-80029C1ECA4B}" srcId="{1FB9A67A-4486-4D24-A7C8-68A99DB00C79}" destId="{144788C3-DA27-413A-91CB-EB23FA8D8A66}" srcOrd="1" destOrd="0" parTransId="{B2C84FD0-7DC8-4553-859D-510DD26E6361}" sibTransId="{78B88470-6148-48F1-8D0E-2F41AD8F4367}"/>
    <dgm:cxn modelId="{24A99A33-9384-4673-BEB0-2A24D651BACB}" srcId="{F0C068A2-02E3-45E0-90A4-F3B171CC0A23}" destId="{23DF82BF-FE27-4F89-BF48-92021C002043}" srcOrd="3" destOrd="0" parTransId="{9EB26DC6-7081-4FC1-B0F8-663D059B8EB6}" sibTransId="{77EF1276-B48D-4C78-9490-41CB601557B0}"/>
    <dgm:cxn modelId="{9445E138-D558-44C3-AB23-FC97AA1E5F8A}" type="presOf" srcId="{3A8D1519-300C-4159-860F-4D1DB34C6E0D}" destId="{1382684A-DAEE-4727-9282-83FC4BCA1932}" srcOrd="0" destOrd="0" presId="urn:microsoft.com/office/officeart/2005/8/layout/default"/>
    <dgm:cxn modelId="{4A33825C-29C1-4A91-8734-3593CD39A5F5}" type="presOf" srcId="{06218577-F262-4934-9C33-BA66BC5B7EF5}" destId="{C121F914-3ABF-4037-80E8-04FDB0C6CC91}" srcOrd="0" destOrd="3" presId="urn:microsoft.com/office/officeart/2005/8/layout/default"/>
    <dgm:cxn modelId="{A9409442-671B-4A87-8439-B5B01BE18A32}" type="presOf" srcId="{C918C1B0-A356-4B1B-AF99-9742B6388165}" destId="{C121F914-3ABF-4037-80E8-04FDB0C6CC91}" srcOrd="0" destOrd="5" presId="urn:microsoft.com/office/officeart/2005/8/layout/default"/>
    <dgm:cxn modelId="{8013E268-F67C-4D5A-8ABA-6317E91144CB}" srcId="{1FB9A67A-4486-4D24-A7C8-68A99DB00C79}" destId="{F0C068A2-02E3-45E0-90A4-F3B171CC0A23}" srcOrd="3" destOrd="0" parTransId="{62BA5961-72CD-424A-96CD-9EC74F17DAD2}" sibTransId="{F9A8C08C-D7C0-44F5-9B5D-C9164294B7DE}"/>
    <dgm:cxn modelId="{B07C0F83-559D-457F-A853-DDB01415DCD1}" type="presOf" srcId="{641D91B1-4EBC-4DD4-AA8A-D8F80EFE8B17}" destId="{C121F914-3ABF-4037-80E8-04FDB0C6CC91}" srcOrd="0" destOrd="1" presId="urn:microsoft.com/office/officeart/2005/8/layout/default"/>
    <dgm:cxn modelId="{E274ED85-B01D-44CF-B09D-1E7999F9380F}" type="presOf" srcId="{144788C3-DA27-413A-91CB-EB23FA8D8A66}" destId="{7E83F2A2-09D5-4C82-A925-14F55ACB51CC}" srcOrd="0" destOrd="0" presId="urn:microsoft.com/office/officeart/2005/8/layout/default"/>
    <dgm:cxn modelId="{A9684297-9152-44EE-86D5-D4E098EED9D9}" srcId="{1FB9A67A-4486-4D24-A7C8-68A99DB00C79}" destId="{3A8D1519-300C-4159-860F-4D1DB34C6E0D}" srcOrd="0" destOrd="0" parTransId="{1FE273AF-3580-4864-81EF-EC3E7E35B7B1}" sibTransId="{C3038BDD-BC37-4C18-A4CB-2EECC762F50F}"/>
    <dgm:cxn modelId="{0E611A9E-3CC8-41DC-ADAF-A4E7E698A84D}" type="presOf" srcId="{DAC85864-5281-4A4C-B3CE-16650D02DB67}" destId="{40B49E89-7A0C-4138-8019-EBBE7F6AFBA9}" srcOrd="0" destOrd="0" presId="urn:microsoft.com/office/officeart/2005/8/layout/default"/>
    <dgm:cxn modelId="{484F74A0-0D1C-4B8B-BCB6-0EB197988E03}" srcId="{F0C068A2-02E3-45E0-90A4-F3B171CC0A23}" destId="{5F8A5A8D-3612-44D0-B312-7F268A423178}" srcOrd="1" destOrd="0" parTransId="{B57601A6-3E89-4C20-9221-D4E31631119F}" sibTransId="{BE98511F-D1F5-4E00-A00F-B6C8A9F2DF78}"/>
    <dgm:cxn modelId="{EB6EC4AB-B92B-4506-A45D-97EB61DE9B9A}" type="presOf" srcId="{5F8A5A8D-3612-44D0-B312-7F268A423178}" destId="{C121F914-3ABF-4037-80E8-04FDB0C6CC91}" srcOrd="0" destOrd="2" presId="urn:microsoft.com/office/officeart/2005/8/layout/default"/>
    <dgm:cxn modelId="{D783F5B1-62D1-451E-9E03-3EF48BF05679}" type="presOf" srcId="{F0C068A2-02E3-45E0-90A4-F3B171CC0A23}" destId="{C121F914-3ABF-4037-80E8-04FDB0C6CC91}" srcOrd="0" destOrd="0" presId="urn:microsoft.com/office/officeart/2005/8/layout/default"/>
    <dgm:cxn modelId="{7C045BB8-050A-4EA7-B42B-0B89F0236B9C}" srcId="{F0C068A2-02E3-45E0-90A4-F3B171CC0A23}" destId="{06218577-F262-4934-9C33-BA66BC5B7EF5}" srcOrd="2" destOrd="0" parTransId="{48A2E7C7-264F-4588-AB40-36092DEAF7DB}" sibTransId="{C1174C60-E4BA-41DA-B24F-400B811C7552}"/>
    <dgm:cxn modelId="{50B55FF9-7C55-4647-A5F5-AD86EF15D324}" type="presOf" srcId="{23DF82BF-FE27-4F89-BF48-92021C002043}" destId="{C121F914-3ABF-4037-80E8-04FDB0C6CC91}" srcOrd="0" destOrd="4" presId="urn:microsoft.com/office/officeart/2005/8/layout/default"/>
    <dgm:cxn modelId="{9BD0FAFF-9819-4EE6-B0E6-32767A4E7463}" type="presOf" srcId="{1FB9A67A-4486-4D24-A7C8-68A99DB00C79}" destId="{F255CC92-C9FF-4F58-AA87-7E20391187BB}" srcOrd="0" destOrd="0" presId="urn:microsoft.com/office/officeart/2005/8/layout/default"/>
    <dgm:cxn modelId="{8F62A1FF-17E2-49D8-A5C4-C5F7F43B35F3}" type="presParOf" srcId="{F255CC92-C9FF-4F58-AA87-7E20391187BB}" destId="{1382684A-DAEE-4727-9282-83FC4BCA1932}" srcOrd="0" destOrd="0" presId="urn:microsoft.com/office/officeart/2005/8/layout/default"/>
    <dgm:cxn modelId="{59466553-ED6A-4815-816C-196ABB4C3129}" type="presParOf" srcId="{F255CC92-C9FF-4F58-AA87-7E20391187BB}" destId="{4155C10D-8662-4545-809B-4018D0D8FA4A}" srcOrd="1" destOrd="0" presId="urn:microsoft.com/office/officeart/2005/8/layout/default"/>
    <dgm:cxn modelId="{4D27DEB3-E019-4F9D-B276-1FFE1B5C3629}" type="presParOf" srcId="{F255CC92-C9FF-4F58-AA87-7E20391187BB}" destId="{7E83F2A2-09D5-4C82-A925-14F55ACB51CC}" srcOrd="2" destOrd="0" presId="urn:microsoft.com/office/officeart/2005/8/layout/default"/>
    <dgm:cxn modelId="{032620BE-4056-4802-B005-FBBDD7D4A586}" type="presParOf" srcId="{F255CC92-C9FF-4F58-AA87-7E20391187BB}" destId="{860F7D19-65FD-47FD-9B3B-E85F86F98A11}" srcOrd="3" destOrd="0" presId="urn:microsoft.com/office/officeart/2005/8/layout/default"/>
    <dgm:cxn modelId="{3D79643D-F1C1-4A4F-9A02-449C0F066D7A}" type="presParOf" srcId="{F255CC92-C9FF-4F58-AA87-7E20391187BB}" destId="{40B49E89-7A0C-4138-8019-EBBE7F6AFBA9}" srcOrd="4" destOrd="0" presId="urn:microsoft.com/office/officeart/2005/8/layout/default"/>
    <dgm:cxn modelId="{E13C2D3A-D7B7-4614-B2DD-F7D64C4278C0}" type="presParOf" srcId="{F255CC92-C9FF-4F58-AA87-7E20391187BB}" destId="{65B12455-D128-4B5E-8269-1083361805E9}" srcOrd="5" destOrd="0" presId="urn:microsoft.com/office/officeart/2005/8/layout/default"/>
    <dgm:cxn modelId="{D53B254A-755A-4D64-89C3-BBB81B6495F5}" type="presParOf" srcId="{F255CC92-C9FF-4F58-AA87-7E20391187BB}" destId="{C121F914-3ABF-4037-80E8-04FDB0C6CC9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3CF7D-5225-456B-8A71-90C31C432606}">
      <dsp:nvSpPr>
        <dsp:cNvPr id="0" name=""/>
        <dsp:cNvSpPr/>
      </dsp:nvSpPr>
      <dsp:spPr>
        <a:xfrm>
          <a:off x="14587" y="377793"/>
          <a:ext cx="854734" cy="640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5444E-ED8A-4DAD-AA71-27286527C87C}">
      <dsp:nvSpPr>
        <dsp:cNvPr id="0" name=""/>
        <dsp:cNvSpPr/>
      </dsp:nvSpPr>
      <dsp:spPr>
        <a:xfrm>
          <a:off x="14587" y="1115521"/>
          <a:ext cx="2442098" cy="102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Value Stream Mapping is charting the path of information, materials, and other resources throughout the process of creating and delivering a product.</a:t>
          </a:r>
        </a:p>
      </dsp:txBody>
      <dsp:txXfrm>
        <a:off x="14587" y="1115521"/>
        <a:ext cx="2442098" cy="1023742"/>
      </dsp:txXfrm>
    </dsp:sp>
    <dsp:sp modelId="{5DB366FC-97C7-4408-9A1C-891A8C04E0C9}">
      <dsp:nvSpPr>
        <dsp:cNvPr id="0" name=""/>
        <dsp:cNvSpPr/>
      </dsp:nvSpPr>
      <dsp:spPr>
        <a:xfrm>
          <a:off x="14587" y="2184351"/>
          <a:ext cx="2442098" cy="447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E7FD0F-5A85-4C05-B4F5-7559F6557BBD}">
      <dsp:nvSpPr>
        <dsp:cNvPr id="0" name=""/>
        <dsp:cNvSpPr/>
      </dsp:nvSpPr>
      <dsp:spPr>
        <a:xfrm>
          <a:off x="2884052" y="377793"/>
          <a:ext cx="854734" cy="640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4F52D-43BE-4752-8A0E-99809098ACAE}">
      <dsp:nvSpPr>
        <dsp:cNvPr id="0" name=""/>
        <dsp:cNvSpPr/>
      </dsp:nvSpPr>
      <dsp:spPr>
        <a:xfrm>
          <a:off x="2884052" y="1115521"/>
          <a:ext cx="2442098" cy="102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It focuses on this essential information:</a:t>
          </a:r>
        </a:p>
      </dsp:txBody>
      <dsp:txXfrm>
        <a:off x="2884052" y="1115521"/>
        <a:ext cx="2442098" cy="1023742"/>
      </dsp:txXfrm>
    </dsp:sp>
    <dsp:sp modelId="{A7FAE62F-8F00-4B3A-8F45-AA3F3F76D7A2}">
      <dsp:nvSpPr>
        <dsp:cNvPr id="0" name=""/>
        <dsp:cNvSpPr/>
      </dsp:nvSpPr>
      <dsp:spPr>
        <a:xfrm>
          <a:off x="2884052" y="2184351"/>
          <a:ext cx="2442098" cy="447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Time spent working and waiting at each step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Labor required for each step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Error rates at each step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Downtime experienced along the value stream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Bottlenecks and process delays at each step</a:t>
          </a:r>
        </a:p>
      </dsp:txBody>
      <dsp:txXfrm>
        <a:off x="2884052" y="2184351"/>
        <a:ext cx="2442098" cy="447755"/>
      </dsp:txXfrm>
    </dsp:sp>
    <dsp:sp modelId="{F305DA94-1781-4B18-A274-6F59911DD274}">
      <dsp:nvSpPr>
        <dsp:cNvPr id="0" name=""/>
        <dsp:cNvSpPr/>
      </dsp:nvSpPr>
      <dsp:spPr>
        <a:xfrm>
          <a:off x="5753518" y="377793"/>
          <a:ext cx="854734" cy="6407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3B3C-D418-417C-AC05-31FD201DC227}">
      <dsp:nvSpPr>
        <dsp:cNvPr id="0" name=""/>
        <dsp:cNvSpPr/>
      </dsp:nvSpPr>
      <dsp:spPr>
        <a:xfrm>
          <a:off x="5753518" y="1115521"/>
          <a:ext cx="2442098" cy="1023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What are the Steps?</a:t>
          </a:r>
        </a:p>
      </dsp:txBody>
      <dsp:txXfrm>
        <a:off x="5753518" y="1115521"/>
        <a:ext cx="2442098" cy="1023742"/>
      </dsp:txXfrm>
    </dsp:sp>
    <dsp:sp modelId="{FF44E3EC-990E-4196-A2DB-C19147359C92}">
      <dsp:nvSpPr>
        <dsp:cNvPr id="0" name=""/>
        <dsp:cNvSpPr/>
      </dsp:nvSpPr>
      <dsp:spPr>
        <a:xfrm>
          <a:off x="5753518" y="2184351"/>
          <a:ext cx="2442098" cy="447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Define Scope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Map the steps in the value stream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Map information flow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Collect Data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a Timeline</a:t>
          </a:r>
        </a:p>
      </dsp:txBody>
      <dsp:txXfrm>
        <a:off x="5753518" y="2184351"/>
        <a:ext cx="2442098" cy="4477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D3130A-3E87-4F02-8A56-9A8D66F7F7E4}">
      <dsp:nvSpPr>
        <dsp:cNvPr id="0" name=""/>
        <dsp:cNvSpPr/>
      </dsp:nvSpPr>
      <dsp:spPr>
        <a:xfrm>
          <a:off x="2912" y="650608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Flow velocity</a:t>
          </a:r>
        </a:p>
      </dsp:txBody>
      <dsp:txXfrm>
        <a:off x="2912" y="650608"/>
        <a:ext cx="2310833" cy="1386500"/>
      </dsp:txXfrm>
    </dsp:sp>
    <dsp:sp modelId="{486D9480-8B2B-4613-AE93-08A7720391D8}">
      <dsp:nvSpPr>
        <dsp:cNvPr id="0" name=""/>
        <dsp:cNvSpPr/>
      </dsp:nvSpPr>
      <dsp:spPr>
        <a:xfrm>
          <a:off x="2544829" y="650608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Flow load </a:t>
          </a:r>
        </a:p>
      </dsp:txBody>
      <dsp:txXfrm>
        <a:off x="2544829" y="650608"/>
        <a:ext cx="2310833" cy="1386500"/>
      </dsp:txXfrm>
    </dsp:sp>
    <dsp:sp modelId="{A4BA26DD-64E8-41AE-A93F-28FF73D7F95C}">
      <dsp:nvSpPr>
        <dsp:cNvPr id="0" name=""/>
        <dsp:cNvSpPr/>
      </dsp:nvSpPr>
      <dsp:spPr>
        <a:xfrm>
          <a:off x="5086746" y="650608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Flow time</a:t>
          </a:r>
        </a:p>
      </dsp:txBody>
      <dsp:txXfrm>
        <a:off x="5086746" y="650608"/>
        <a:ext cx="2310833" cy="1386500"/>
      </dsp:txXfrm>
    </dsp:sp>
    <dsp:sp modelId="{D8FA9833-1595-432D-97CF-D73CD8AF41F4}">
      <dsp:nvSpPr>
        <dsp:cNvPr id="0" name=""/>
        <dsp:cNvSpPr/>
      </dsp:nvSpPr>
      <dsp:spPr>
        <a:xfrm>
          <a:off x="7628662" y="650608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Flow efficiency</a:t>
          </a:r>
        </a:p>
      </dsp:txBody>
      <dsp:txXfrm>
        <a:off x="7628662" y="650608"/>
        <a:ext cx="2310833" cy="1386500"/>
      </dsp:txXfrm>
    </dsp:sp>
    <dsp:sp modelId="{FB333DA5-036D-4177-8EDF-B9D3E83A601C}">
      <dsp:nvSpPr>
        <dsp:cNvPr id="0" name=""/>
        <dsp:cNvSpPr/>
      </dsp:nvSpPr>
      <dsp:spPr>
        <a:xfrm>
          <a:off x="2912" y="2268191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Lead time</a:t>
          </a:r>
        </a:p>
      </dsp:txBody>
      <dsp:txXfrm>
        <a:off x="2912" y="2268191"/>
        <a:ext cx="2310833" cy="1386500"/>
      </dsp:txXfrm>
    </dsp:sp>
    <dsp:sp modelId="{569A1F8A-7BE4-4D3B-97ED-95CBD1BBBB48}">
      <dsp:nvSpPr>
        <dsp:cNvPr id="0" name=""/>
        <dsp:cNvSpPr/>
      </dsp:nvSpPr>
      <dsp:spPr>
        <a:xfrm>
          <a:off x="2544829" y="2268191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Mean time to remediation (MTTR)</a:t>
          </a:r>
        </a:p>
      </dsp:txBody>
      <dsp:txXfrm>
        <a:off x="2544829" y="2268191"/>
        <a:ext cx="2310833" cy="1386500"/>
      </dsp:txXfrm>
    </dsp:sp>
    <dsp:sp modelId="{5207E0C4-BADD-49B8-A863-D12CF56DECEA}">
      <dsp:nvSpPr>
        <dsp:cNvPr id="0" name=""/>
        <dsp:cNvSpPr/>
      </dsp:nvSpPr>
      <dsp:spPr>
        <a:xfrm>
          <a:off x="5086746" y="2268191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Change failure rate (CFR)</a:t>
          </a:r>
        </a:p>
      </dsp:txBody>
      <dsp:txXfrm>
        <a:off x="5086746" y="2268191"/>
        <a:ext cx="2310833" cy="1386500"/>
      </dsp:txXfrm>
    </dsp:sp>
    <dsp:sp modelId="{CF5AFA08-0249-4522-9E9D-288460978C82}">
      <dsp:nvSpPr>
        <dsp:cNvPr id="0" name=""/>
        <dsp:cNvSpPr/>
      </dsp:nvSpPr>
      <dsp:spPr>
        <a:xfrm>
          <a:off x="7628662" y="2268191"/>
          <a:ext cx="2310833" cy="13865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Deployment Frequency</a:t>
          </a:r>
        </a:p>
      </dsp:txBody>
      <dsp:txXfrm>
        <a:off x="7628662" y="2268191"/>
        <a:ext cx="2310833" cy="1386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66539-4880-4890-8654-2E312845AC2A}">
      <dsp:nvSpPr>
        <dsp:cNvPr id="0" name=""/>
        <dsp:cNvSpPr/>
      </dsp:nvSpPr>
      <dsp:spPr>
        <a:xfrm>
          <a:off x="0" y="55349"/>
          <a:ext cx="5750381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is the amount of time working on a request</a:t>
          </a:r>
        </a:p>
      </dsp:txBody>
      <dsp:txXfrm>
        <a:off x="58257" y="113606"/>
        <a:ext cx="5633867" cy="1076886"/>
      </dsp:txXfrm>
    </dsp:sp>
    <dsp:sp modelId="{6C94E2E0-598A-4175-B8AB-39213BD8C260}">
      <dsp:nvSpPr>
        <dsp:cNvPr id="0" name=""/>
        <dsp:cNvSpPr/>
      </dsp:nvSpPr>
      <dsp:spPr>
        <a:xfrm>
          <a:off x="0" y="1335149"/>
          <a:ext cx="5750381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is only what the developer experiences</a:t>
          </a:r>
        </a:p>
      </dsp:txBody>
      <dsp:txXfrm>
        <a:off x="58257" y="1393406"/>
        <a:ext cx="5633867" cy="1076886"/>
      </dsp:txXfrm>
    </dsp:sp>
    <dsp:sp modelId="{520EA2B6-3AF2-40E4-BCF3-02913B92E73A}">
      <dsp:nvSpPr>
        <dsp:cNvPr id="0" name=""/>
        <dsp:cNvSpPr/>
      </dsp:nvSpPr>
      <dsp:spPr>
        <a:xfrm>
          <a:off x="0" y="2614949"/>
          <a:ext cx="5750381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does not include the time spent in queues</a:t>
          </a:r>
        </a:p>
      </dsp:txBody>
      <dsp:txXfrm>
        <a:off x="58257" y="2673206"/>
        <a:ext cx="5633867" cy="1076886"/>
      </dsp:txXfrm>
    </dsp:sp>
    <dsp:sp modelId="{F5A8CBF0-A1C1-4163-ADDA-EF9D3A094B15}">
      <dsp:nvSpPr>
        <dsp:cNvPr id="0" name=""/>
        <dsp:cNvSpPr/>
      </dsp:nvSpPr>
      <dsp:spPr>
        <a:xfrm>
          <a:off x="0" y="3894750"/>
          <a:ext cx="5750381" cy="1193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is more so a drop in the bucket of the entire process</a:t>
          </a:r>
        </a:p>
      </dsp:txBody>
      <dsp:txXfrm>
        <a:off x="58257" y="3953007"/>
        <a:ext cx="5633867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2684A-DAEE-4727-9282-83FC4BCA1932}">
      <dsp:nvSpPr>
        <dsp:cNvPr id="0" name=""/>
        <dsp:cNvSpPr/>
      </dsp:nvSpPr>
      <dsp:spPr>
        <a:xfrm>
          <a:off x="1494759" y="565"/>
          <a:ext cx="3310899" cy="1986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is the total amount of time from when a request is made until it is fulfilled</a:t>
          </a:r>
        </a:p>
      </dsp:txBody>
      <dsp:txXfrm>
        <a:off x="1494759" y="565"/>
        <a:ext cx="3310899" cy="1986539"/>
      </dsp:txXfrm>
    </dsp:sp>
    <dsp:sp modelId="{7E83F2A2-09D5-4C82-A925-14F55ACB51CC}">
      <dsp:nvSpPr>
        <dsp:cNvPr id="0" name=""/>
        <dsp:cNvSpPr/>
      </dsp:nvSpPr>
      <dsp:spPr>
        <a:xfrm>
          <a:off x="5136749" y="565"/>
          <a:ext cx="3310899" cy="1986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is the time that the customer experiences</a:t>
          </a:r>
        </a:p>
      </dsp:txBody>
      <dsp:txXfrm>
        <a:off x="5136749" y="565"/>
        <a:ext cx="3310899" cy="1986539"/>
      </dsp:txXfrm>
    </dsp:sp>
    <dsp:sp modelId="{40B49E89-7A0C-4138-8019-EBBE7F6AFBA9}">
      <dsp:nvSpPr>
        <dsp:cNvPr id="0" name=""/>
        <dsp:cNvSpPr/>
      </dsp:nvSpPr>
      <dsp:spPr>
        <a:xfrm>
          <a:off x="1494759" y="2318194"/>
          <a:ext cx="3310899" cy="1986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 also includes time spent waiting in queues </a:t>
          </a:r>
        </a:p>
      </dsp:txBody>
      <dsp:txXfrm>
        <a:off x="1494759" y="2318194"/>
        <a:ext cx="3310899" cy="1986539"/>
      </dsp:txXfrm>
    </dsp:sp>
    <dsp:sp modelId="{C121F914-3ABF-4037-80E8-04FDB0C6CC91}">
      <dsp:nvSpPr>
        <dsp:cNvPr id="0" name=""/>
        <dsp:cNvSpPr/>
      </dsp:nvSpPr>
      <dsp:spPr>
        <a:xfrm>
          <a:off x="5136749" y="2318194"/>
          <a:ext cx="3310899" cy="19865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How to decrease this?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Reduce Batch sizes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Automation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Fast feedback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Frequent deployments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 chains of approvals</a:t>
          </a:r>
        </a:p>
      </dsp:txBody>
      <dsp:txXfrm>
        <a:off x="5136749" y="2318194"/>
        <a:ext cx="3310899" cy="1986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49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461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1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9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26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23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62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599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20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6837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06897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21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933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46200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781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28265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934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987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41658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6830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802240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3136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87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0043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8472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416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375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1014CD7-6FC4-4859-B84D-2A1DCC91E009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F005173-6F2A-4899-92A0-74411261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95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value-stream-manageme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EC4D-5725-14BD-5ADF-3AFF783C9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6595A-13A1-0124-D02E-1088DB7A7C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Noah McCarthy</a:t>
            </a:r>
          </a:p>
        </p:txBody>
      </p:sp>
    </p:spTree>
    <p:extLst>
      <p:ext uri="{BB962C8B-B14F-4D97-AF65-F5344CB8AC3E}">
        <p14:creationId xmlns:p14="http://schemas.microsoft.com/office/powerpoint/2010/main" val="286884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AF3F-F8F6-9A59-0276-CB479C1E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/>
          <a:p>
            <a:r>
              <a:rPr lang="en-US" dirty="0"/>
              <a:t>What is the Technology Value Stream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D84D2A1-DE03-9F49-5DCB-3571AB94C4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12192000" cy="2705099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C97D63-D5D4-133A-BC99-32074B68DE61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116873652"/>
              </p:ext>
            </p:extLst>
          </p:nvPr>
        </p:nvGraphicFramePr>
        <p:xfrm>
          <a:off x="3381676" y="2963864"/>
          <a:ext cx="8210204" cy="3009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B0ACF25-7293-3F6A-BFA0-F070BE0A1F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3BE0-0689-D956-7E4C-80C0BDE2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</p:spPr>
        <p:txBody>
          <a:bodyPr anchor="t">
            <a:normAutofit/>
          </a:bodyPr>
          <a:lstStyle/>
          <a:p>
            <a:r>
              <a:rPr lang="en-US" dirty="0"/>
              <a:t>Common value stream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D37206-68D6-0F6B-12B0-CE4D63B2B9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3112251"/>
              </p:ext>
            </p:extLst>
          </p:nvPr>
        </p:nvGraphicFramePr>
        <p:xfrm>
          <a:off x="429417" y="2133600"/>
          <a:ext cx="9942409" cy="4305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534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C5D3-33ED-C26D-3E5F-51EF40D9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>
            <a:normAutofit/>
          </a:bodyPr>
          <a:lstStyle/>
          <a:p>
            <a:r>
              <a:rPr lang="en-US" dirty="0"/>
              <a:t>Processing time</a:t>
            </a:r>
          </a:p>
        </p:txBody>
      </p:sp>
      <p:pic>
        <p:nvPicPr>
          <p:cNvPr id="7" name="Picture Placeholder 6" descr="Person sitting and writing">
            <a:extLst>
              <a:ext uri="{FF2B5EF4-FFF2-40B4-BE49-F238E27FC236}">
                <a16:creationId xmlns:a16="http://schemas.microsoft.com/office/drawing/2014/main" id="{DAAB118D-54C5-C34C-014E-F0984A0232E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2" r="11732"/>
          <a:stretch>
            <a:fillRect/>
          </a:stretch>
        </p:blipFill>
        <p:spPr>
          <a:xfrm>
            <a:off x="1588" y="0"/>
            <a:ext cx="4837112" cy="4214813"/>
          </a:xfr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4B0D5C-9614-37C9-003D-83819628C9BD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517116335"/>
              </p:ext>
            </p:extLst>
          </p:nvPr>
        </p:nvGraphicFramePr>
        <p:xfrm>
          <a:off x="5541276" y="1104900"/>
          <a:ext cx="5750381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7742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B3CD-F41C-C923-D116-9BBC3118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</p:spPr>
        <p:txBody>
          <a:bodyPr anchor="t">
            <a:normAutofit/>
          </a:bodyPr>
          <a:lstStyle/>
          <a:p>
            <a:r>
              <a:rPr lang="en-US" dirty="0"/>
              <a:t>Lead Time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8185338-0FAD-439E-96ED-95CA24BF3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44687"/>
              </p:ext>
            </p:extLst>
          </p:nvPr>
        </p:nvGraphicFramePr>
        <p:xfrm>
          <a:off x="429417" y="2133600"/>
          <a:ext cx="9942409" cy="4305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55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B079-C88A-97DE-0D47-8999C096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rmAutofit/>
          </a:bodyPr>
          <a:lstStyle/>
          <a:p>
            <a:r>
              <a:rPr lang="en-US" sz="6100"/>
              <a:t>The Common scenario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8C89A7-D1E7-BB63-F5B9-725C8D0F8C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The average large company can take months to deploy software</a:t>
            </a:r>
            <a:br>
              <a:rPr lang="en-US"/>
            </a:br>
            <a:br>
              <a:rPr lang="en-US"/>
            </a:br>
            <a:endParaRPr lang="en-US"/>
          </a:p>
          <a:p>
            <a:pPr>
              <a:lnSpc>
                <a:spcPct val="110000"/>
              </a:lnSpc>
            </a:pPr>
            <a:r>
              <a:rPr lang="en-US"/>
              <a:t>The main reasons for this are due to these scenarios:</a:t>
            </a:r>
            <a:br>
              <a:rPr lang="en-US"/>
            </a:br>
            <a:r>
              <a:rPr lang="en-US"/>
              <a:t>Large batches of changes</a:t>
            </a:r>
          </a:p>
          <a:p>
            <a:pPr>
              <a:lnSpc>
                <a:spcPct val="110000"/>
              </a:lnSpc>
            </a:pPr>
            <a:r>
              <a:rPr lang="en-US"/>
              <a:t>Little integration test environments</a:t>
            </a:r>
          </a:p>
          <a:p>
            <a:pPr>
              <a:lnSpc>
                <a:spcPct val="110000"/>
              </a:lnSpc>
            </a:pPr>
            <a:r>
              <a:rPr lang="en-US"/>
              <a:t>Heavy reliance on manual testing</a:t>
            </a:r>
          </a:p>
          <a:p>
            <a:pPr>
              <a:lnSpc>
                <a:spcPct val="110000"/>
              </a:lnSpc>
            </a:pPr>
            <a:r>
              <a:rPr lang="en-US"/>
              <a:t>Poor team communication</a:t>
            </a:r>
          </a:p>
          <a:p>
            <a:pPr>
              <a:lnSpc>
                <a:spcPct val="110000"/>
              </a:lnSpc>
            </a:pPr>
            <a:r>
              <a:rPr lang="en-US"/>
              <a:t>Chains of approval</a:t>
            </a:r>
          </a:p>
        </p:txBody>
      </p:sp>
    </p:spTree>
    <p:extLst>
      <p:ext uri="{BB962C8B-B14F-4D97-AF65-F5344CB8AC3E}">
        <p14:creationId xmlns:p14="http://schemas.microsoft.com/office/powerpoint/2010/main" val="246004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9B1D-C261-AFD8-AFCB-E7ACA850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ideal scenario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79F20-B3FF-102A-DCAD-A4571A5EB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ideal scenario is that your change goes from the development phase to production in minutes with the bad scenario taking hours.</a:t>
            </a:r>
          </a:p>
          <a:p>
            <a:r>
              <a:rPr lang="en-US" dirty="0"/>
              <a:t>The process looks like this:</a:t>
            </a:r>
          </a:p>
          <a:p>
            <a:pPr marL="342900" indent="-342900">
              <a:buAutoNum type="arabicPeriod"/>
            </a:pPr>
            <a:r>
              <a:rPr lang="en-US" dirty="0"/>
              <a:t>Design small change</a:t>
            </a:r>
          </a:p>
          <a:p>
            <a:pPr marL="342900" indent="-342900">
              <a:buAutoNum type="arabicPeriod"/>
            </a:pPr>
            <a:r>
              <a:rPr lang="en-US" dirty="0"/>
              <a:t>Add it into version control</a:t>
            </a:r>
          </a:p>
          <a:p>
            <a:pPr marL="342900" indent="-342900">
              <a:buAutoNum type="arabicPeriod"/>
            </a:pPr>
            <a:r>
              <a:rPr lang="en-US" dirty="0"/>
              <a:t>Use automation tools to build and test it</a:t>
            </a:r>
          </a:p>
          <a:p>
            <a:pPr marL="342900" indent="-342900">
              <a:buAutoNum type="arabicPeriod"/>
            </a:pPr>
            <a:r>
              <a:rPr lang="en-US" dirty="0"/>
              <a:t>Deploy it</a:t>
            </a:r>
          </a:p>
          <a:p>
            <a:pPr marL="342900" indent="-342900">
              <a:buAutoNum type="arabicPeriod"/>
            </a:pPr>
            <a:r>
              <a:rPr lang="en-US" dirty="0"/>
              <a:t>Observe result in production</a:t>
            </a:r>
          </a:p>
          <a:p>
            <a:pPr marL="342900" indent="-342900">
              <a:buAutoNum type="arabicPeriod"/>
            </a:pPr>
            <a:r>
              <a:rPr lang="en-US" dirty="0"/>
              <a:t>Adjust any problems if they arise</a:t>
            </a:r>
          </a:p>
          <a:p>
            <a:r>
              <a:rPr lang="en-US" dirty="0"/>
              <a:t>The practices to follow look like this: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Small batches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integration</a:t>
            </a:r>
          </a:p>
        </p:txBody>
      </p:sp>
    </p:spTree>
    <p:extLst>
      <p:ext uri="{BB962C8B-B14F-4D97-AF65-F5344CB8AC3E}">
        <p14:creationId xmlns:p14="http://schemas.microsoft.com/office/powerpoint/2010/main" val="1306265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evOps Performance Levels: Benchmarks for 7 Key Deployment Metrics">
            <a:extLst>
              <a:ext uri="{FF2B5EF4-FFF2-40B4-BE49-F238E27FC236}">
                <a16:creationId xmlns:a16="http://schemas.microsoft.com/office/drawing/2014/main" id="{BFDAFB06-AC12-69C2-4BDC-5A26DBB2F7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/>
        </p:blipFill>
        <p:spPr>
          <a:xfrm>
            <a:off x="0" y="107511"/>
            <a:ext cx="12188952" cy="664297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354FD2-22B9-C1B8-70B5-3B44A92D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</p:spPr>
        <p:txBody>
          <a:bodyPr anchor="b">
            <a:normAutofit/>
          </a:bodyPr>
          <a:lstStyle/>
          <a:p>
            <a:r>
              <a:rPr lang="en-US" dirty="0"/>
              <a:t>Months vs Minutes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F2A35720-8C7D-529B-E8FB-1010E1BB4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25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613E-5A33-3AAF-6BD5-8C492C4E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0AC62-6AFC-7AA8-801A-7723DF3E3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Kim, G., Humble, J., Debois, P., &amp; Willis, J. (2021). </a:t>
            </a:r>
            <a:r>
              <a:rPr lang="en-US" i="1" dirty="0"/>
              <a:t>The DevOps Handbook: How to Create World-Class Agility, Reliability, &amp; Security in Technology Organizations</a:t>
            </a:r>
            <a:r>
              <a:rPr lang="en-US" dirty="0"/>
              <a:t> (2nd ed.). IT Revolution.</a:t>
            </a:r>
          </a:p>
          <a:p>
            <a:r>
              <a:rPr lang="en-US" dirty="0"/>
              <a:t>Quiroz-Vázquez, C. (n.d.). </a:t>
            </a:r>
            <a:r>
              <a:rPr lang="en-US" i="1" dirty="0"/>
              <a:t>What is value stream management?</a:t>
            </a:r>
            <a:r>
              <a:rPr lang="en-US" dirty="0"/>
              <a:t> IBM. </a:t>
            </a:r>
            <a:r>
              <a:rPr lang="en-US" dirty="0">
                <a:hlinkClick r:id="rId2"/>
              </a:rPr>
              <a:t>https://www.ibm.com/think/topics/value-stream-management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57607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36</TotalTime>
  <Words>422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Film Burn</vt:lpstr>
      <vt:lpstr>The Technology Value Stream</vt:lpstr>
      <vt:lpstr>What is the Technology Value Stream</vt:lpstr>
      <vt:lpstr>Common value stream metrics</vt:lpstr>
      <vt:lpstr>Processing time</vt:lpstr>
      <vt:lpstr>Lead Time</vt:lpstr>
      <vt:lpstr>The Common scenario</vt:lpstr>
      <vt:lpstr>The ideal scenario </vt:lpstr>
      <vt:lpstr>Months vs Minutes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Noah McCarthy</cp:lastModifiedBy>
  <cp:revision>1</cp:revision>
  <dcterms:created xsi:type="dcterms:W3CDTF">2026-08-15T22:36:09Z</dcterms:created>
  <dcterms:modified xsi:type="dcterms:W3CDTF">2026-08-15T23:12:23Z</dcterms:modified>
</cp:coreProperties>
</file>