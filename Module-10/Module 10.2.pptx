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60" r:id="rId4"/>
    <p:sldId id="257" r:id="rId5"/>
    <p:sldId id="259"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B7DF83-3265-4AC6-9B04-03F5A7D3D352}" v="8" dt="2026-10-03T07:11:40.8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108"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ah McCarthy" userId="946b4fef28eb09d6" providerId="LiveId" clId="{C605F247-6D44-47F7-9EE4-F6BCBF57058D}"/>
    <pc:docChg chg="undo custSel addSld delSld modSld">
      <pc:chgData name="Noah McCarthy" userId="946b4fef28eb09d6" providerId="LiveId" clId="{C605F247-6D44-47F7-9EE4-F6BCBF57058D}" dt="2026-10-03T07:12:57.436" v="3119" actId="26606"/>
      <pc:docMkLst>
        <pc:docMk/>
      </pc:docMkLst>
      <pc:sldChg chg="addSp modSp new mod setBg addAnim">
        <pc:chgData name="Noah McCarthy" userId="946b4fef28eb09d6" providerId="LiveId" clId="{C605F247-6D44-47F7-9EE4-F6BCBF57058D}" dt="2026-10-03T06:16:15.202" v="124"/>
        <pc:sldMkLst>
          <pc:docMk/>
          <pc:sldMk cId="385812230" sldId="256"/>
        </pc:sldMkLst>
        <pc:spChg chg="mod">
          <ac:chgData name="Noah McCarthy" userId="946b4fef28eb09d6" providerId="LiveId" clId="{C605F247-6D44-47F7-9EE4-F6BCBF57058D}" dt="2026-10-03T06:16:15.194" v="122" actId="26606"/>
          <ac:spMkLst>
            <pc:docMk/>
            <pc:sldMk cId="385812230" sldId="256"/>
            <ac:spMk id="2" creationId="{35EB8F9E-0326-2376-2ACB-874FC0E9E80B}"/>
          </ac:spMkLst>
        </pc:spChg>
        <pc:spChg chg="mod">
          <ac:chgData name="Noah McCarthy" userId="946b4fef28eb09d6" providerId="LiveId" clId="{C605F247-6D44-47F7-9EE4-F6BCBF57058D}" dt="2026-10-03T06:16:15.194" v="122" actId="26606"/>
          <ac:spMkLst>
            <pc:docMk/>
            <pc:sldMk cId="385812230" sldId="256"/>
            <ac:spMk id="3" creationId="{63C8CE98-F997-76C4-3CD4-A695832C606B}"/>
          </ac:spMkLst>
        </pc:spChg>
        <pc:spChg chg="add">
          <ac:chgData name="Noah McCarthy" userId="946b4fef28eb09d6" providerId="LiveId" clId="{C605F247-6D44-47F7-9EE4-F6BCBF57058D}" dt="2026-10-03T06:16:15.194" v="122" actId="26606"/>
          <ac:spMkLst>
            <pc:docMk/>
            <pc:sldMk cId="385812230" sldId="256"/>
            <ac:spMk id="9" creationId="{F34F34AF-75E7-4149-A3CF-2E483C744F92}"/>
          </ac:spMkLst>
        </pc:spChg>
        <pc:grpChg chg="add">
          <ac:chgData name="Noah McCarthy" userId="946b4fef28eb09d6" providerId="LiveId" clId="{C605F247-6D44-47F7-9EE4-F6BCBF57058D}" dt="2026-10-03T06:16:15.194" v="122" actId="26606"/>
          <ac:grpSpMkLst>
            <pc:docMk/>
            <pc:sldMk cId="385812230" sldId="256"/>
            <ac:grpSpMk id="11" creationId="{1654C7F9-AF92-42BD-A713-6B020F63B307}"/>
          </ac:grpSpMkLst>
        </pc:grpChg>
        <pc:picChg chg="add">
          <ac:chgData name="Noah McCarthy" userId="946b4fef28eb09d6" providerId="LiveId" clId="{C605F247-6D44-47F7-9EE4-F6BCBF57058D}" dt="2026-10-03T06:16:15.194" v="122" actId="26606"/>
          <ac:picMkLst>
            <pc:docMk/>
            <pc:sldMk cId="385812230" sldId="256"/>
            <ac:picMk id="5" creationId="{AD69A626-1A14-EC2B-C8D8-C01094731CB1}"/>
          </ac:picMkLst>
        </pc:picChg>
      </pc:sldChg>
      <pc:sldChg chg="modSp new del mod">
        <pc:chgData name="Noah McCarthy" userId="946b4fef28eb09d6" providerId="LiveId" clId="{C605F247-6D44-47F7-9EE4-F6BCBF57058D}" dt="2026-10-03T06:50:31.105" v="128" actId="2696"/>
        <pc:sldMkLst>
          <pc:docMk/>
          <pc:sldMk cId="1175303520" sldId="257"/>
        </pc:sldMkLst>
        <pc:spChg chg="mod">
          <ac:chgData name="Noah McCarthy" userId="946b4fef28eb09d6" providerId="LiveId" clId="{C605F247-6D44-47F7-9EE4-F6BCBF57058D}" dt="2026-10-03T06:50:22.560" v="127" actId="20577"/>
          <ac:spMkLst>
            <pc:docMk/>
            <pc:sldMk cId="1175303520" sldId="257"/>
            <ac:spMk id="2" creationId="{7C3E5C22-2C67-3F48-E64A-B6FD4B2A2DD3}"/>
          </ac:spMkLst>
        </pc:spChg>
        <pc:spChg chg="mod">
          <ac:chgData name="Noah McCarthy" userId="946b4fef28eb09d6" providerId="LiveId" clId="{C605F247-6D44-47F7-9EE4-F6BCBF57058D}" dt="2026-10-03T06:16:08.892" v="121"/>
          <ac:spMkLst>
            <pc:docMk/>
            <pc:sldMk cId="1175303520" sldId="257"/>
            <ac:spMk id="3" creationId="{10476D6B-6425-C0C9-5A57-8F2BF37FC60D}"/>
          </ac:spMkLst>
        </pc:spChg>
      </pc:sldChg>
      <pc:sldChg chg="addSp delSp modSp new mod setBg">
        <pc:chgData name="Noah McCarthy" userId="946b4fef28eb09d6" providerId="LiveId" clId="{C605F247-6D44-47F7-9EE4-F6BCBF57058D}" dt="2026-10-03T06:51:18.475" v="201" actId="478"/>
        <pc:sldMkLst>
          <pc:docMk/>
          <pc:sldMk cId="1311682733" sldId="257"/>
        </pc:sldMkLst>
        <pc:spChg chg="mod">
          <ac:chgData name="Noah McCarthy" userId="946b4fef28eb09d6" providerId="LiveId" clId="{C605F247-6D44-47F7-9EE4-F6BCBF57058D}" dt="2026-10-03T06:51:14.916" v="200" actId="26606"/>
          <ac:spMkLst>
            <pc:docMk/>
            <pc:sldMk cId="1311682733" sldId="257"/>
            <ac:spMk id="2" creationId="{1C938032-CA3F-33B7-EA98-0BC045C74CE7}"/>
          </ac:spMkLst>
        </pc:spChg>
        <pc:spChg chg="del mod">
          <ac:chgData name="Noah McCarthy" userId="946b4fef28eb09d6" providerId="LiveId" clId="{C605F247-6D44-47F7-9EE4-F6BCBF57058D}" dt="2026-10-03T06:51:18.475" v="201" actId="478"/>
          <ac:spMkLst>
            <pc:docMk/>
            <pc:sldMk cId="1311682733" sldId="257"/>
            <ac:spMk id="3" creationId="{60376258-9D80-A828-7405-C85D2D0A557E}"/>
          </ac:spMkLst>
        </pc:spChg>
        <pc:spChg chg="add">
          <ac:chgData name="Noah McCarthy" userId="946b4fef28eb09d6" providerId="LiveId" clId="{C605F247-6D44-47F7-9EE4-F6BCBF57058D}" dt="2026-10-03T06:51:14.916" v="200" actId="26606"/>
          <ac:spMkLst>
            <pc:docMk/>
            <pc:sldMk cId="1311682733" sldId="257"/>
            <ac:spMk id="9" creationId="{2928117C-9446-4E7F-AE62-95E0F6DB5B27}"/>
          </ac:spMkLst>
        </pc:spChg>
        <pc:spChg chg="add">
          <ac:chgData name="Noah McCarthy" userId="946b4fef28eb09d6" providerId="LiveId" clId="{C605F247-6D44-47F7-9EE4-F6BCBF57058D}" dt="2026-10-03T06:51:14.916" v="200" actId="26606"/>
          <ac:spMkLst>
            <pc:docMk/>
            <pc:sldMk cId="1311682733" sldId="257"/>
            <ac:spMk id="11" creationId="{84D30AFB-4D71-48B0-AA00-28EE92363A5F}"/>
          </ac:spMkLst>
        </pc:spChg>
        <pc:spChg chg="add">
          <ac:chgData name="Noah McCarthy" userId="946b4fef28eb09d6" providerId="LiveId" clId="{C605F247-6D44-47F7-9EE4-F6BCBF57058D}" dt="2026-10-03T06:51:14.916" v="200" actId="26606"/>
          <ac:spMkLst>
            <pc:docMk/>
            <pc:sldMk cId="1311682733" sldId="257"/>
            <ac:spMk id="13" creationId="{96A0B76F-8010-4C62-B4B6-C5FC438C059E}"/>
          </ac:spMkLst>
        </pc:spChg>
        <pc:spChg chg="add">
          <ac:chgData name="Noah McCarthy" userId="946b4fef28eb09d6" providerId="LiveId" clId="{C605F247-6D44-47F7-9EE4-F6BCBF57058D}" dt="2026-10-03T06:51:14.916" v="200" actId="26606"/>
          <ac:spMkLst>
            <pc:docMk/>
            <pc:sldMk cId="1311682733" sldId="257"/>
            <ac:spMk id="15" creationId="{9FC936C0-4624-438D-BDD0-6B296BD6409D}"/>
          </ac:spMkLst>
        </pc:spChg>
        <pc:spChg chg="add">
          <ac:chgData name="Noah McCarthy" userId="946b4fef28eb09d6" providerId="LiveId" clId="{C605F247-6D44-47F7-9EE4-F6BCBF57058D}" dt="2026-10-03T06:51:14.916" v="200" actId="26606"/>
          <ac:spMkLst>
            <pc:docMk/>
            <pc:sldMk cId="1311682733" sldId="257"/>
            <ac:spMk id="17" creationId="{4B526CBF-0AA4-49A9-B305-EE0AF3AF6D3C}"/>
          </ac:spMkLst>
        </pc:spChg>
        <pc:grpChg chg="add">
          <ac:chgData name="Noah McCarthy" userId="946b4fef28eb09d6" providerId="LiveId" clId="{C605F247-6D44-47F7-9EE4-F6BCBF57058D}" dt="2026-10-03T06:51:14.916" v="200" actId="26606"/>
          <ac:grpSpMkLst>
            <pc:docMk/>
            <pc:sldMk cId="1311682733" sldId="257"/>
            <ac:grpSpMk id="19" creationId="{CC8B5139-02E6-4DEA-9CCE-962CAF0AFBA0}"/>
          </ac:grpSpMkLst>
        </pc:grpChg>
        <pc:picChg chg="add">
          <ac:chgData name="Noah McCarthy" userId="946b4fef28eb09d6" providerId="LiveId" clId="{C605F247-6D44-47F7-9EE4-F6BCBF57058D}" dt="2026-10-03T06:51:14.916" v="200" actId="26606"/>
          <ac:picMkLst>
            <pc:docMk/>
            <pc:sldMk cId="1311682733" sldId="257"/>
            <ac:picMk id="5" creationId="{DBB8414A-B533-ACFC-4A04-ED30E42E25C4}"/>
          </ac:picMkLst>
        </pc:picChg>
      </pc:sldChg>
      <pc:sldChg chg="addSp delSp modSp new mod setBg setClrOvrMap">
        <pc:chgData name="Noah McCarthy" userId="946b4fef28eb09d6" providerId="LiveId" clId="{C605F247-6D44-47F7-9EE4-F6BCBF57058D}" dt="2026-10-03T06:55:31.322" v="721" actId="26606"/>
        <pc:sldMkLst>
          <pc:docMk/>
          <pc:sldMk cId="2218377444" sldId="258"/>
        </pc:sldMkLst>
        <pc:spChg chg="mod">
          <ac:chgData name="Noah McCarthy" userId="946b4fef28eb09d6" providerId="LiveId" clId="{C605F247-6D44-47F7-9EE4-F6BCBF57058D}" dt="2026-10-03T06:55:31.322" v="721" actId="26606"/>
          <ac:spMkLst>
            <pc:docMk/>
            <pc:sldMk cId="2218377444" sldId="258"/>
            <ac:spMk id="2" creationId="{D67EDC61-6396-C50A-D650-ACC556DD6A21}"/>
          </ac:spMkLst>
        </pc:spChg>
        <pc:spChg chg="add del mod">
          <ac:chgData name="Noah McCarthy" userId="946b4fef28eb09d6" providerId="LiveId" clId="{C605F247-6D44-47F7-9EE4-F6BCBF57058D}" dt="2026-10-03T06:55:31.322" v="721" actId="26606"/>
          <ac:spMkLst>
            <pc:docMk/>
            <pc:sldMk cId="2218377444" sldId="258"/>
            <ac:spMk id="3" creationId="{9269056D-AB52-8E9D-65CE-09E5A80CB606}"/>
          </ac:spMkLst>
        </pc:spChg>
        <pc:spChg chg="add del">
          <ac:chgData name="Noah McCarthy" userId="946b4fef28eb09d6" providerId="LiveId" clId="{C605F247-6D44-47F7-9EE4-F6BCBF57058D}" dt="2026-10-03T06:55:31.305" v="720" actId="26606"/>
          <ac:spMkLst>
            <pc:docMk/>
            <pc:sldMk cId="2218377444" sldId="258"/>
            <ac:spMk id="9" creationId="{75F28DDD-9641-43BA-944D-79B0687051F1}"/>
          </ac:spMkLst>
        </pc:spChg>
        <pc:spChg chg="add del">
          <ac:chgData name="Noah McCarthy" userId="946b4fef28eb09d6" providerId="LiveId" clId="{C605F247-6D44-47F7-9EE4-F6BCBF57058D}" dt="2026-10-03T06:55:31.305" v="720" actId="26606"/>
          <ac:spMkLst>
            <pc:docMk/>
            <pc:sldMk cId="2218377444" sldId="258"/>
            <ac:spMk id="11" creationId="{32AA2954-062E-4B72-A97B-0B066FB156D8}"/>
          </ac:spMkLst>
        </pc:spChg>
        <pc:spChg chg="add del">
          <ac:chgData name="Noah McCarthy" userId="946b4fef28eb09d6" providerId="LiveId" clId="{C605F247-6D44-47F7-9EE4-F6BCBF57058D}" dt="2026-10-03T06:55:31.305" v="720" actId="26606"/>
          <ac:spMkLst>
            <pc:docMk/>
            <pc:sldMk cId="2218377444" sldId="258"/>
            <ac:spMk id="13" creationId="{10CA29A6-E0B1-40CD-ADF7-7B8E932A3222}"/>
          </ac:spMkLst>
        </pc:spChg>
        <pc:spChg chg="add del">
          <ac:chgData name="Noah McCarthy" userId="946b4fef28eb09d6" providerId="LiveId" clId="{C605F247-6D44-47F7-9EE4-F6BCBF57058D}" dt="2026-10-03T06:55:31.305" v="720" actId="26606"/>
          <ac:spMkLst>
            <pc:docMk/>
            <pc:sldMk cId="2218377444" sldId="258"/>
            <ac:spMk id="15" creationId="{8DD5F866-AD72-475A-B6C6-54E4577D4AAC}"/>
          </ac:spMkLst>
        </pc:spChg>
        <pc:spChg chg="add del">
          <ac:chgData name="Noah McCarthy" userId="946b4fef28eb09d6" providerId="LiveId" clId="{C605F247-6D44-47F7-9EE4-F6BCBF57058D}" dt="2026-10-03T06:55:31.305" v="720" actId="26606"/>
          <ac:spMkLst>
            <pc:docMk/>
            <pc:sldMk cId="2218377444" sldId="258"/>
            <ac:spMk id="17" creationId="{C02BAD4C-6EA9-4F10-92D4-A1C8C53DAEE4}"/>
          </ac:spMkLst>
        </pc:spChg>
        <pc:graphicFrameChg chg="add del">
          <ac:chgData name="Noah McCarthy" userId="946b4fef28eb09d6" providerId="LiveId" clId="{C605F247-6D44-47F7-9EE4-F6BCBF57058D}" dt="2026-10-03T06:55:31.305" v="720" actId="26606"/>
          <ac:graphicFrameMkLst>
            <pc:docMk/>
            <pc:sldMk cId="2218377444" sldId="258"/>
            <ac:graphicFrameMk id="5" creationId="{2A1BF378-BD78-6258-AE1A-AD3658BA88F5}"/>
          </ac:graphicFrameMkLst>
        </pc:graphicFrameChg>
        <pc:graphicFrameChg chg="add">
          <ac:chgData name="Noah McCarthy" userId="946b4fef28eb09d6" providerId="LiveId" clId="{C605F247-6D44-47F7-9EE4-F6BCBF57058D}" dt="2026-10-03T06:55:31.322" v="721" actId="26606"/>
          <ac:graphicFrameMkLst>
            <pc:docMk/>
            <pc:sldMk cId="2218377444" sldId="258"/>
            <ac:graphicFrameMk id="19" creationId="{C4135B18-E0C7-CC54-EEF2-70CA62FCA2CB}"/>
          </ac:graphicFrameMkLst>
        </pc:graphicFrameChg>
      </pc:sldChg>
      <pc:sldChg chg="addSp delSp modSp new mod">
        <pc:chgData name="Noah McCarthy" userId="946b4fef28eb09d6" providerId="LiveId" clId="{C605F247-6D44-47F7-9EE4-F6BCBF57058D}" dt="2026-10-03T06:57:07.894" v="948" actId="26606"/>
        <pc:sldMkLst>
          <pc:docMk/>
          <pc:sldMk cId="4167360133" sldId="259"/>
        </pc:sldMkLst>
        <pc:spChg chg="mod">
          <ac:chgData name="Noah McCarthy" userId="946b4fef28eb09d6" providerId="LiveId" clId="{C605F247-6D44-47F7-9EE4-F6BCBF57058D}" dt="2026-10-03T06:55:49.547" v="745" actId="20577"/>
          <ac:spMkLst>
            <pc:docMk/>
            <pc:sldMk cId="4167360133" sldId="259"/>
            <ac:spMk id="2" creationId="{51C0761F-8C7B-389D-B90F-0E5F7E055185}"/>
          </ac:spMkLst>
        </pc:spChg>
        <pc:spChg chg="del mod">
          <ac:chgData name="Noah McCarthy" userId="946b4fef28eb09d6" providerId="LiveId" clId="{C605F247-6D44-47F7-9EE4-F6BCBF57058D}" dt="2026-10-03T06:57:07.894" v="948" actId="26606"/>
          <ac:spMkLst>
            <pc:docMk/>
            <pc:sldMk cId="4167360133" sldId="259"/>
            <ac:spMk id="3" creationId="{E304F4EB-B005-365A-3192-47B08B34B7FF}"/>
          </ac:spMkLst>
        </pc:spChg>
        <pc:graphicFrameChg chg="add">
          <ac:chgData name="Noah McCarthy" userId="946b4fef28eb09d6" providerId="LiveId" clId="{C605F247-6D44-47F7-9EE4-F6BCBF57058D}" dt="2026-10-03T06:57:07.894" v="948" actId="26606"/>
          <ac:graphicFrameMkLst>
            <pc:docMk/>
            <pc:sldMk cId="4167360133" sldId="259"/>
            <ac:graphicFrameMk id="5" creationId="{ECF3F0C9-9149-13AD-7F52-99B1794EA4F5}"/>
          </ac:graphicFrameMkLst>
        </pc:graphicFrameChg>
      </pc:sldChg>
      <pc:sldChg chg="addSp delSp modSp new mod setBg setClrOvrMap">
        <pc:chgData name="Noah McCarthy" userId="946b4fef28eb09d6" providerId="LiveId" clId="{C605F247-6D44-47F7-9EE4-F6BCBF57058D}" dt="2026-10-03T06:55:21.901" v="718" actId="26606"/>
        <pc:sldMkLst>
          <pc:docMk/>
          <pc:sldMk cId="1196877925" sldId="260"/>
        </pc:sldMkLst>
        <pc:spChg chg="mod">
          <ac:chgData name="Noah McCarthy" userId="946b4fef28eb09d6" providerId="LiveId" clId="{C605F247-6D44-47F7-9EE4-F6BCBF57058D}" dt="2026-10-03T06:55:21.901" v="718" actId="26606"/>
          <ac:spMkLst>
            <pc:docMk/>
            <pc:sldMk cId="1196877925" sldId="260"/>
            <ac:spMk id="2" creationId="{69B35291-040B-F0E3-77AF-89B086E38478}"/>
          </ac:spMkLst>
        </pc:spChg>
        <pc:spChg chg="add del mod">
          <ac:chgData name="Noah McCarthy" userId="946b4fef28eb09d6" providerId="LiveId" clId="{C605F247-6D44-47F7-9EE4-F6BCBF57058D}" dt="2026-10-03T06:55:21.901" v="718" actId="26606"/>
          <ac:spMkLst>
            <pc:docMk/>
            <pc:sldMk cId="1196877925" sldId="260"/>
            <ac:spMk id="3" creationId="{3F8771E1-B245-4C5F-F9B9-17D57602D2EC}"/>
          </ac:spMkLst>
        </pc:spChg>
        <pc:spChg chg="add">
          <ac:chgData name="Noah McCarthy" userId="946b4fef28eb09d6" providerId="LiveId" clId="{C605F247-6D44-47F7-9EE4-F6BCBF57058D}" dt="2026-10-03T06:55:21.901" v="718" actId="26606"/>
          <ac:spMkLst>
            <pc:docMk/>
            <pc:sldMk cId="1196877925" sldId="260"/>
            <ac:spMk id="9" creationId="{75F28DDD-9641-43BA-944D-79B0687051F1}"/>
          </ac:spMkLst>
        </pc:spChg>
        <pc:spChg chg="add">
          <ac:chgData name="Noah McCarthy" userId="946b4fef28eb09d6" providerId="LiveId" clId="{C605F247-6D44-47F7-9EE4-F6BCBF57058D}" dt="2026-10-03T06:55:21.901" v="718" actId="26606"/>
          <ac:spMkLst>
            <pc:docMk/>
            <pc:sldMk cId="1196877925" sldId="260"/>
            <ac:spMk id="11" creationId="{32AA2954-062E-4B72-A97B-0B066FB156D8}"/>
          </ac:spMkLst>
        </pc:spChg>
        <pc:spChg chg="add">
          <ac:chgData name="Noah McCarthy" userId="946b4fef28eb09d6" providerId="LiveId" clId="{C605F247-6D44-47F7-9EE4-F6BCBF57058D}" dt="2026-10-03T06:55:21.901" v="718" actId="26606"/>
          <ac:spMkLst>
            <pc:docMk/>
            <pc:sldMk cId="1196877925" sldId="260"/>
            <ac:spMk id="13" creationId="{10CA29A6-E0B1-40CD-ADF7-7B8E932A3222}"/>
          </ac:spMkLst>
        </pc:spChg>
        <pc:spChg chg="add">
          <ac:chgData name="Noah McCarthy" userId="946b4fef28eb09d6" providerId="LiveId" clId="{C605F247-6D44-47F7-9EE4-F6BCBF57058D}" dt="2026-10-03T06:55:21.901" v="718" actId="26606"/>
          <ac:spMkLst>
            <pc:docMk/>
            <pc:sldMk cId="1196877925" sldId="260"/>
            <ac:spMk id="15" creationId="{8DD5F866-AD72-475A-B6C6-54E4577D4AAC}"/>
          </ac:spMkLst>
        </pc:spChg>
        <pc:spChg chg="add">
          <ac:chgData name="Noah McCarthy" userId="946b4fef28eb09d6" providerId="LiveId" clId="{C605F247-6D44-47F7-9EE4-F6BCBF57058D}" dt="2026-10-03T06:55:21.901" v="718" actId="26606"/>
          <ac:spMkLst>
            <pc:docMk/>
            <pc:sldMk cId="1196877925" sldId="260"/>
            <ac:spMk id="17" creationId="{C02BAD4C-6EA9-4F10-92D4-A1C8C53DAEE4}"/>
          </ac:spMkLst>
        </pc:spChg>
        <pc:graphicFrameChg chg="add del">
          <ac:chgData name="Noah McCarthy" userId="946b4fef28eb09d6" providerId="LiveId" clId="{C605F247-6D44-47F7-9EE4-F6BCBF57058D}" dt="2026-10-03T06:55:21.873" v="717" actId="26606"/>
          <ac:graphicFrameMkLst>
            <pc:docMk/>
            <pc:sldMk cId="1196877925" sldId="260"/>
            <ac:graphicFrameMk id="5" creationId="{5C30EE3D-B4E5-BC35-5732-40D301DD21BE}"/>
          </ac:graphicFrameMkLst>
        </pc:graphicFrameChg>
        <pc:graphicFrameChg chg="add">
          <ac:chgData name="Noah McCarthy" userId="946b4fef28eb09d6" providerId="LiveId" clId="{C605F247-6D44-47F7-9EE4-F6BCBF57058D}" dt="2026-10-03T06:55:21.901" v="718" actId="26606"/>
          <ac:graphicFrameMkLst>
            <pc:docMk/>
            <pc:sldMk cId="1196877925" sldId="260"/>
            <ac:graphicFrameMk id="7" creationId="{08330894-081B-D047-ED1A-021685CC1F44}"/>
          </ac:graphicFrameMkLst>
        </pc:graphicFrameChg>
      </pc:sldChg>
      <pc:sldChg chg="addSp delSp modSp new mod setBg setClrOvrMap">
        <pc:chgData name="Noah McCarthy" userId="946b4fef28eb09d6" providerId="LiveId" clId="{C605F247-6D44-47F7-9EE4-F6BCBF57058D}" dt="2026-10-03T07:00:08.464" v="1213" actId="26606"/>
        <pc:sldMkLst>
          <pc:docMk/>
          <pc:sldMk cId="2304094394" sldId="261"/>
        </pc:sldMkLst>
        <pc:spChg chg="mod">
          <ac:chgData name="Noah McCarthy" userId="946b4fef28eb09d6" providerId="LiveId" clId="{C605F247-6D44-47F7-9EE4-F6BCBF57058D}" dt="2026-10-03T07:00:08.464" v="1213" actId="26606"/>
          <ac:spMkLst>
            <pc:docMk/>
            <pc:sldMk cId="2304094394" sldId="261"/>
            <ac:spMk id="2" creationId="{040F1F1A-3292-0A3E-0EE3-A7C07163D079}"/>
          </ac:spMkLst>
        </pc:spChg>
        <pc:spChg chg="mod">
          <ac:chgData name="Noah McCarthy" userId="946b4fef28eb09d6" providerId="LiveId" clId="{C605F247-6D44-47F7-9EE4-F6BCBF57058D}" dt="2026-10-03T07:00:08.464" v="1213" actId="26606"/>
          <ac:spMkLst>
            <pc:docMk/>
            <pc:sldMk cId="2304094394" sldId="261"/>
            <ac:spMk id="3" creationId="{F36F96C3-AA99-F1D0-DA96-0ED8A1640F75}"/>
          </ac:spMkLst>
        </pc:spChg>
        <pc:spChg chg="add del">
          <ac:chgData name="Noah McCarthy" userId="946b4fef28eb09d6" providerId="LiveId" clId="{C605F247-6D44-47F7-9EE4-F6BCBF57058D}" dt="2026-10-03T07:00:04.682" v="1208" actId="26606"/>
          <ac:spMkLst>
            <pc:docMk/>
            <pc:sldMk cId="2304094394" sldId="261"/>
            <ac:spMk id="8" creationId="{ABD35255-F6AD-483C-8736-3BA2E77D79D6}"/>
          </ac:spMkLst>
        </pc:spChg>
        <pc:spChg chg="add del">
          <ac:chgData name="Noah McCarthy" userId="946b4fef28eb09d6" providerId="LiveId" clId="{C605F247-6D44-47F7-9EE4-F6BCBF57058D}" dt="2026-10-03T07:00:04.682" v="1208" actId="26606"/>
          <ac:spMkLst>
            <pc:docMk/>
            <pc:sldMk cId="2304094394" sldId="261"/>
            <ac:spMk id="10" creationId="{9E3CC4EC-DB06-46D9-AFDB-90C92162D0EF}"/>
          </ac:spMkLst>
        </pc:spChg>
        <pc:spChg chg="add del">
          <ac:chgData name="Noah McCarthy" userId="946b4fef28eb09d6" providerId="LiveId" clId="{C605F247-6D44-47F7-9EE4-F6BCBF57058D}" dt="2026-10-03T07:00:04.682" v="1208" actId="26606"/>
          <ac:spMkLst>
            <pc:docMk/>
            <pc:sldMk cId="2304094394" sldId="261"/>
            <ac:spMk id="12" creationId="{DD1E467B-4F3D-4B02-B4F6-B1F6066105E4}"/>
          </ac:spMkLst>
        </pc:spChg>
        <pc:spChg chg="add del">
          <ac:chgData name="Noah McCarthy" userId="946b4fef28eb09d6" providerId="LiveId" clId="{C605F247-6D44-47F7-9EE4-F6BCBF57058D}" dt="2026-10-03T07:00:04.682" v="1208" actId="26606"/>
          <ac:spMkLst>
            <pc:docMk/>
            <pc:sldMk cId="2304094394" sldId="261"/>
            <ac:spMk id="14" creationId="{92B8FFC3-0702-4F80-A25F-DCE76F0DCF1D}"/>
          </ac:spMkLst>
        </pc:spChg>
        <pc:spChg chg="add del">
          <ac:chgData name="Noah McCarthy" userId="946b4fef28eb09d6" providerId="LiveId" clId="{C605F247-6D44-47F7-9EE4-F6BCBF57058D}" dt="2026-10-03T07:00:04.682" v="1208" actId="26606"/>
          <ac:spMkLst>
            <pc:docMk/>
            <pc:sldMk cId="2304094394" sldId="261"/>
            <ac:spMk id="16" creationId="{660FAA44-950B-4B8B-812E-B19BA4A7621B}"/>
          </ac:spMkLst>
        </pc:spChg>
        <pc:spChg chg="add del">
          <ac:chgData name="Noah McCarthy" userId="946b4fef28eb09d6" providerId="LiveId" clId="{C605F247-6D44-47F7-9EE4-F6BCBF57058D}" dt="2026-10-03T07:00:06.012" v="1210" actId="26606"/>
          <ac:spMkLst>
            <pc:docMk/>
            <pc:sldMk cId="2304094394" sldId="261"/>
            <ac:spMk id="18" creationId="{E2B7D02C-F642-492B-8E97-FDE1C0FDA332}"/>
          </ac:spMkLst>
        </pc:spChg>
        <pc:spChg chg="add del">
          <ac:chgData name="Noah McCarthy" userId="946b4fef28eb09d6" providerId="LiveId" clId="{C605F247-6D44-47F7-9EE4-F6BCBF57058D}" dt="2026-10-03T07:00:06.012" v="1210" actId="26606"/>
          <ac:spMkLst>
            <pc:docMk/>
            <pc:sldMk cId="2304094394" sldId="261"/>
            <ac:spMk id="19" creationId="{A2D0BA34-24BC-4C63-945A-90AA854E19E8}"/>
          </ac:spMkLst>
        </pc:spChg>
        <pc:spChg chg="add del">
          <ac:chgData name="Noah McCarthy" userId="946b4fef28eb09d6" providerId="LiveId" clId="{C605F247-6D44-47F7-9EE4-F6BCBF57058D}" dt="2026-10-03T07:00:06.012" v="1210" actId="26606"/>
          <ac:spMkLst>
            <pc:docMk/>
            <pc:sldMk cId="2304094394" sldId="261"/>
            <ac:spMk id="20" creationId="{0647415D-11C2-4BA0-A3EE-E0DA219B3A08}"/>
          </ac:spMkLst>
        </pc:spChg>
        <pc:spChg chg="add del">
          <ac:chgData name="Noah McCarthy" userId="946b4fef28eb09d6" providerId="LiveId" clId="{C605F247-6D44-47F7-9EE4-F6BCBF57058D}" dt="2026-10-03T07:00:08.459" v="1212" actId="26606"/>
          <ac:spMkLst>
            <pc:docMk/>
            <pc:sldMk cId="2304094394" sldId="261"/>
            <ac:spMk id="22" creationId="{ABD35255-F6AD-483C-8736-3BA2E77D79D6}"/>
          </ac:spMkLst>
        </pc:spChg>
        <pc:spChg chg="add del">
          <ac:chgData name="Noah McCarthy" userId="946b4fef28eb09d6" providerId="LiveId" clId="{C605F247-6D44-47F7-9EE4-F6BCBF57058D}" dt="2026-10-03T07:00:08.459" v="1212" actId="26606"/>
          <ac:spMkLst>
            <pc:docMk/>
            <pc:sldMk cId="2304094394" sldId="261"/>
            <ac:spMk id="23" creationId="{9E3CC4EC-DB06-46D9-AFDB-90C92162D0EF}"/>
          </ac:spMkLst>
        </pc:spChg>
        <pc:spChg chg="add del">
          <ac:chgData name="Noah McCarthy" userId="946b4fef28eb09d6" providerId="LiveId" clId="{C605F247-6D44-47F7-9EE4-F6BCBF57058D}" dt="2026-10-03T07:00:08.459" v="1212" actId="26606"/>
          <ac:spMkLst>
            <pc:docMk/>
            <pc:sldMk cId="2304094394" sldId="261"/>
            <ac:spMk id="24" creationId="{DD1E467B-4F3D-4B02-B4F6-B1F6066105E4}"/>
          </ac:spMkLst>
        </pc:spChg>
        <pc:spChg chg="add del">
          <ac:chgData name="Noah McCarthy" userId="946b4fef28eb09d6" providerId="LiveId" clId="{C605F247-6D44-47F7-9EE4-F6BCBF57058D}" dt="2026-10-03T07:00:08.459" v="1212" actId="26606"/>
          <ac:spMkLst>
            <pc:docMk/>
            <pc:sldMk cId="2304094394" sldId="261"/>
            <ac:spMk id="25" creationId="{92B8FFC3-0702-4F80-A25F-DCE76F0DCF1D}"/>
          </ac:spMkLst>
        </pc:spChg>
        <pc:spChg chg="add del">
          <ac:chgData name="Noah McCarthy" userId="946b4fef28eb09d6" providerId="LiveId" clId="{C605F247-6D44-47F7-9EE4-F6BCBF57058D}" dt="2026-10-03T07:00:08.459" v="1212" actId="26606"/>
          <ac:spMkLst>
            <pc:docMk/>
            <pc:sldMk cId="2304094394" sldId="261"/>
            <ac:spMk id="26" creationId="{660FAA44-950B-4B8B-812E-B19BA4A7621B}"/>
          </ac:spMkLst>
        </pc:spChg>
        <pc:spChg chg="add">
          <ac:chgData name="Noah McCarthy" userId="946b4fef28eb09d6" providerId="LiveId" clId="{C605F247-6D44-47F7-9EE4-F6BCBF57058D}" dt="2026-10-03T07:00:08.464" v="1213" actId="26606"/>
          <ac:spMkLst>
            <pc:docMk/>
            <pc:sldMk cId="2304094394" sldId="261"/>
            <ac:spMk id="28" creationId="{B373F125-DEF3-41D6-9918-AB21A2ACC37A}"/>
          </ac:spMkLst>
        </pc:spChg>
        <pc:spChg chg="add">
          <ac:chgData name="Noah McCarthy" userId="946b4fef28eb09d6" providerId="LiveId" clId="{C605F247-6D44-47F7-9EE4-F6BCBF57058D}" dt="2026-10-03T07:00:08.464" v="1213" actId="26606"/>
          <ac:spMkLst>
            <pc:docMk/>
            <pc:sldMk cId="2304094394" sldId="261"/>
            <ac:spMk id="29" creationId="{71E9F226-EB6E-48C9-ADDA-636DE4BF4EBE}"/>
          </ac:spMkLst>
        </pc:spChg>
      </pc:sldChg>
      <pc:sldChg chg="addSp delSp modSp new mod setBg">
        <pc:chgData name="Noah McCarthy" userId="946b4fef28eb09d6" providerId="LiveId" clId="{C605F247-6D44-47F7-9EE4-F6BCBF57058D}" dt="2026-10-03T07:03:40.449" v="1843" actId="26606"/>
        <pc:sldMkLst>
          <pc:docMk/>
          <pc:sldMk cId="4255106858" sldId="262"/>
        </pc:sldMkLst>
        <pc:spChg chg="mod">
          <ac:chgData name="Noah McCarthy" userId="946b4fef28eb09d6" providerId="LiveId" clId="{C605F247-6D44-47F7-9EE4-F6BCBF57058D}" dt="2026-10-03T07:03:38.929" v="1840" actId="26606"/>
          <ac:spMkLst>
            <pc:docMk/>
            <pc:sldMk cId="4255106858" sldId="262"/>
            <ac:spMk id="2" creationId="{EC3D6CAB-D0F7-D6AE-0025-DB77C7606116}"/>
          </ac:spMkLst>
        </pc:spChg>
        <pc:spChg chg="add del mod">
          <ac:chgData name="Noah McCarthy" userId="946b4fef28eb09d6" providerId="LiveId" clId="{C605F247-6D44-47F7-9EE4-F6BCBF57058D}" dt="2026-10-03T07:03:40.449" v="1843" actId="26606"/>
          <ac:spMkLst>
            <pc:docMk/>
            <pc:sldMk cId="4255106858" sldId="262"/>
            <ac:spMk id="3" creationId="{31B8FC13-A268-800A-874F-7C8E2EBCD835}"/>
          </ac:spMkLst>
        </pc:spChg>
        <pc:spChg chg="add del mod">
          <ac:chgData name="Noah McCarthy" userId="946b4fef28eb09d6" providerId="LiveId" clId="{C605F247-6D44-47F7-9EE4-F6BCBF57058D}" dt="2026-10-03T07:03:06.290" v="1832"/>
          <ac:spMkLst>
            <pc:docMk/>
            <pc:sldMk cId="4255106858" sldId="262"/>
            <ac:spMk id="4" creationId="{57C63884-B6DF-DEF0-4FC4-B6066AD82729}"/>
          </ac:spMkLst>
        </pc:spChg>
        <pc:spChg chg="add del mod">
          <ac:chgData name="Noah McCarthy" userId="946b4fef28eb09d6" providerId="LiveId" clId="{C605F247-6D44-47F7-9EE4-F6BCBF57058D}" dt="2026-10-03T07:03:07.170" v="1835"/>
          <ac:spMkLst>
            <pc:docMk/>
            <pc:sldMk cId="4255106858" sldId="262"/>
            <ac:spMk id="5" creationId="{2271723F-7D6B-FCF7-2B7D-7CECB82F5134}"/>
          </ac:spMkLst>
        </pc:spChg>
        <pc:spChg chg="add del mod">
          <ac:chgData name="Noah McCarthy" userId="946b4fef28eb09d6" providerId="LiveId" clId="{C605F247-6D44-47F7-9EE4-F6BCBF57058D}" dt="2026-10-03T07:03:08.890" v="1838"/>
          <ac:spMkLst>
            <pc:docMk/>
            <pc:sldMk cId="4255106858" sldId="262"/>
            <ac:spMk id="6" creationId="{58A52781-91C6-0F69-52FC-6484A8D673B5}"/>
          </ac:spMkLst>
        </pc:spChg>
        <pc:spChg chg="add del">
          <ac:chgData name="Noah McCarthy" userId="946b4fef28eb09d6" providerId="LiveId" clId="{C605F247-6D44-47F7-9EE4-F6BCBF57058D}" dt="2026-10-03T07:03:38.929" v="1840" actId="26606"/>
          <ac:spMkLst>
            <pc:docMk/>
            <pc:sldMk cId="4255106858" sldId="262"/>
            <ac:spMk id="10" creationId="{90137588-E70B-486E-AFA8-21B0111C4698}"/>
          </ac:spMkLst>
        </pc:spChg>
        <pc:graphicFrameChg chg="add del">
          <ac:chgData name="Noah McCarthy" userId="946b4fef28eb09d6" providerId="LiveId" clId="{C605F247-6D44-47F7-9EE4-F6BCBF57058D}" dt="2026-10-03T07:03:40.434" v="1842" actId="26606"/>
          <ac:graphicFrameMkLst>
            <pc:docMk/>
            <pc:sldMk cId="4255106858" sldId="262"/>
            <ac:graphicFrameMk id="12" creationId="{5C76D432-8B97-F871-2231-174E0F9E17A5}"/>
          </ac:graphicFrameMkLst>
        </pc:graphicFrameChg>
        <pc:graphicFrameChg chg="add">
          <ac:chgData name="Noah McCarthy" userId="946b4fef28eb09d6" providerId="LiveId" clId="{C605F247-6D44-47F7-9EE4-F6BCBF57058D}" dt="2026-10-03T07:03:40.449" v="1843" actId="26606"/>
          <ac:graphicFrameMkLst>
            <pc:docMk/>
            <pc:sldMk cId="4255106858" sldId="262"/>
            <ac:graphicFrameMk id="14" creationId="{4BF06AAA-DD23-D0F2-E274-CAC47174452B}"/>
          </ac:graphicFrameMkLst>
        </pc:graphicFrameChg>
        <pc:picChg chg="add del">
          <ac:chgData name="Noah McCarthy" userId="946b4fef28eb09d6" providerId="LiveId" clId="{C605F247-6D44-47F7-9EE4-F6BCBF57058D}" dt="2026-10-03T07:03:38.929" v="1840" actId="26606"/>
          <ac:picMkLst>
            <pc:docMk/>
            <pc:sldMk cId="4255106858" sldId="262"/>
            <ac:picMk id="7" creationId="{48FA8015-3FAD-1913-AC9A-8FB11D2CE2B5}"/>
          </ac:picMkLst>
        </pc:picChg>
      </pc:sldChg>
      <pc:sldChg chg="addSp modSp new mod setBg setClrOvrMap">
        <pc:chgData name="Noah McCarthy" userId="946b4fef28eb09d6" providerId="LiveId" clId="{C605F247-6D44-47F7-9EE4-F6BCBF57058D}" dt="2026-10-03T07:07:59.120" v="2328" actId="26606"/>
        <pc:sldMkLst>
          <pc:docMk/>
          <pc:sldMk cId="57484386" sldId="263"/>
        </pc:sldMkLst>
        <pc:spChg chg="mod">
          <ac:chgData name="Noah McCarthy" userId="946b4fef28eb09d6" providerId="LiveId" clId="{C605F247-6D44-47F7-9EE4-F6BCBF57058D}" dt="2026-10-03T07:07:59.120" v="2328" actId="26606"/>
          <ac:spMkLst>
            <pc:docMk/>
            <pc:sldMk cId="57484386" sldId="263"/>
            <ac:spMk id="2" creationId="{6B607D2A-1A63-716A-D420-260BF32FEAB1}"/>
          </ac:spMkLst>
        </pc:spChg>
        <pc:spChg chg="mod">
          <ac:chgData name="Noah McCarthy" userId="946b4fef28eb09d6" providerId="LiveId" clId="{C605F247-6D44-47F7-9EE4-F6BCBF57058D}" dt="2026-10-03T07:07:59.120" v="2328" actId="26606"/>
          <ac:spMkLst>
            <pc:docMk/>
            <pc:sldMk cId="57484386" sldId="263"/>
            <ac:spMk id="3" creationId="{B0E4B70E-0AF0-F475-84F6-D7653F310D18}"/>
          </ac:spMkLst>
        </pc:spChg>
        <pc:spChg chg="add">
          <ac:chgData name="Noah McCarthy" userId="946b4fef28eb09d6" providerId="LiveId" clId="{C605F247-6D44-47F7-9EE4-F6BCBF57058D}" dt="2026-10-03T07:07:59.120" v="2328" actId="26606"/>
          <ac:spMkLst>
            <pc:docMk/>
            <pc:sldMk cId="57484386" sldId="263"/>
            <ac:spMk id="10" creationId="{879A26B8-6C4E-452B-ADD3-ED324A7AB7E8}"/>
          </ac:spMkLst>
        </pc:spChg>
        <pc:spChg chg="add">
          <ac:chgData name="Noah McCarthy" userId="946b4fef28eb09d6" providerId="LiveId" clId="{C605F247-6D44-47F7-9EE4-F6BCBF57058D}" dt="2026-10-03T07:07:59.120" v="2328" actId="26606"/>
          <ac:spMkLst>
            <pc:docMk/>
            <pc:sldMk cId="57484386" sldId="263"/>
            <ac:spMk id="12" creationId="{9B4167E1-E2B0-4192-8DA2-6967DDFF87A5}"/>
          </ac:spMkLst>
        </pc:spChg>
        <pc:spChg chg="add">
          <ac:chgData name="Noah McCarthy" userId="946b4fef28eb09d6" providerId="LiveId" clId="{C605F247-6D44-47F7-9EE4-F6BCBF57058D}" dt="2026-10-03T07:07:59.120" v="2328" actId="26606"/>
          <ac:spMkLst>
            <pc:docMk/>
            <pc:sldMk cId="57484386" sldId="263"/>
            <ac:spMk id="14" creationId="{D03E4FEE-2E6A-44AB-B6BA-C1AD0CD6D93B}"/>
          </ac:spMkLst>
        </pc:spChg>
        <pc:spChg chg="add">
          <ac:chgData name="Noah McCarthy" userId="946b4fef28eb09d6" providerId="LiveId" clId="{C605F247-6D44-47F7-9EE4-F6BCBF57058D}" dt="2026-10-03T07:07:59.120" v="2328" actId="26606"/>
          <ac:spMkLst>
            <pc:docMk/>
            <pc:sldMk cId="57484386" sldId="263"/>
            <ac:spMk id="16" creationId="{0817EB59-13B3-43DA-9B91-A7CC174A6069}"/>
          </ac:spMkLst>
        </pc:spChg>
        <pc:picChg chg="add">
          <ac:chgData name="Noah McCarthy" userId="946b4fef28eb09d6" providerId="LiveId" clId="{C605F247-6D44-47F7-9EE4-F6BCBF57058D}" dt="2026-10-03T07:07:59.120" v="2328" actId="26606"/>
          <ac:picMkLst>
            <pc:docMk/>
            <pc:sldMk cId="57484386" sldId="263"/>
            <ac:picMk id="7" creationId="{B0E3B96D-1598-D31C-13B5-57CF32E6310F}"/>
          </ac:picMkLst>
        </pc:picChg>
      </pc:sldChg>
      <pc:sldChg chg="new del">
        <pc:chgData name="Noah McCarthy" userId="946b4fef28eb09d6" providerId="LiveId" clId="{C605F247-6D44-47F7-9EE4-F6BCBF57058D}" dt="2026-10-03T07:04:18.110" v="1846" actId="2696"/>
        <pc:sldMkLst>
          <pc:docMk/>
          <pc:sldMk cId="3557395213" sldId="263"/>
        </pc:sldMkLst>
      </pc:sldChg>
      <pc:sldChg chg="new del">
        <pc:chgData name="Noah McCarthy" userId="946b4fef28eb09d6" providerId="LiveId" clId="{C605F247-6D44-47F7-9EE4-F6BCBF57058D}" dt="2026-10-03T07:04:19.668" v="1847" actId="2696"/>
        <pc:sldMkLst>
          <pc:docMk/>
          <pc:sldMk cId="754971167" sldId="264"/>
        </pc:sldMkLst>
      </pc:sldChg>
      <pc:sldChg chg="addSp delSp modSp new mod setBg">
        <pc:chgData name="Noah McCarthy" userId="946b4fef28eb09d6" providerId="LiveId" clId="{C605F247-6D44-47F7-9EE4-F6BCBF57058D}" dt="2026-10-03T07:12:57.436" v="3119" actId="26606"/>
        <pc:sldMkLst>
          <pc:docMk/>
          <pc:sldMk cId="4042905361" sldId="264"/>
        </pc:sldMkLst>
        <pc:spChg chg="mod">
          <ac:chgData name="Noah McCarthy" userId="946b4fef28eb09d6" providerId="LiveId" clId="{C605F247-6D44-47F7-9EE4-F6BCBF57058D}" dt="2026-10-03T07:12:50.007" v="3114" actId="26606"/>
          <ac:spMkLst>
            <pc:docMk/>
            <pc:sldMk cId="4042905361" sldId="264"/>
            <ac:spMk id="2" creationId="{5C807699-BAB8-2184-582E-AA7946AAF161}"/>
          </ac:spMkLst>
        </pc:spChg>
        <pc:spChg chg="add del mod">
          <ac:chgData name="Noah McCarthy" userId="946b4fef28eb09d6" providerId="LiveId" clId="{C605F247-6D44-47F7-9EE4-F6BCBF57058D}" dt="2026-10-03T07:12:57.436" v="3119" actId="26606"/>
          <ac:spMkLst>
            <pc:docMk/>
            <pc:sldMk cId="4042905361" sldId="264"/>
            <ac:spMk id="3" creationId="{BA921319-8CA1-A75B-B984-A3A68C73C862}"/>
          </ac:spMkLst>
        </pc:spChg>
        <pc:graphicFrameChg chg="add del">
          <ac:chgData name="Noah McCarthy" userId="946b4fef28eb09d6" providerId="LiveId" clId="{C605F247-6D44-47F7-9EE4-F6BCBF57058D}" dt="2026-10-03T07:12:50.007" v="3114" actId="26606"/>
          <ac:graphicFrameMkLst>
            <pc:docMk/>
            <pc:sldMk cId="4042905361" sldId="264"/>
            <ac:graphicFrameMk id="5" creationId="{91E9093B-A5CC-ADCC-AE3B-77F5AC9EE882}"/>
          </ac:graphicFrameMkLst>
        </pc:graphicFrameChg>
        <pc:graphicFrameChg chg="add del">
          <ac:chgData name="Noah McCarthy" userId="946b4fef28eb09d6" providerId="LiveId" clId="{C605F247-6D44-47F7-9EE4-F6BCBF57058D}" dt="2026-10-03T07:12:55.366" v="3116" actId="26606"/>
          <ac:graphicFrameMkLst>
            <pc:docMk/>
            <pc:sldMk cId="4042905361" sldId="264"/>
            <ac:graphicFrameMk id="7" creationId="{250137BB-2B58-3E7A-3AE9-1CF7C4697BEB}"/>
          </ac:graphicFrameMkLst>
        </pc:graphicFrameChg>
        <pc:graphicFrameChg chg="add del">
          <ac:chgData name="Noah McCarthy" userId="946b4fef28eb09d6" providerId="LiveId" clId="{C605F247-6D44-47F7-9EE4-F6BCBF57058D}" dt="2026-10-03T07:12:57.414" v="3118" actId="26606"/>
          <ac:graphicFrameMkLst>
            <pc:docMk/>
            <pc:sldMk cId="4042905361" sldId="264"/>
            <ac:graphicFrameMk id="9" creationId="{19486532-AEF2-C271-0F54-E8E46BA9AFCA}"/>
          </ac:graphicFrameMkLst>
        </pc:graphicFrameChg>
        <pc:graphicFrameChg chg="add">
          <ac:chgData name="Noah McCarthy" userId="946b4fef28eb09d6" providerId="LiveId" clId="{C605F247-6D44-47F7-9EE4-F6BCBF57058D}" dt="2026-10-03T07:12:57.436" v="3119" actId="26606"/>
          <ac:graphicFrameMkLst>
            <pc:docMk/>
            <pc:sldMk cId="4042905361" sldId="264"/>
            <ac:graphicFrameMk id="11" creationId="{E21772D9-C82E-0336-AC1F-999C8D20C62D}"/>
          </ac:graphicFrameMkLst>
        </pc:graphicFrameChg>
      </pc:sldChg>
      <pc:sldChg chg="addSp delSp modSp new mod setBg setClrOvrMap">
        <pc:chgData name="Noah McCarthy" userId="946b4fef28eb09d6" providerId="LiveId" clId="{C605F247-6D44-47F7-9EE4-F6BCBF57058D}" dt="2026-10-03T07:09:58.784" v="2594" actId="26606"/>
        <pc:sldMkLst>
          <pc:docMk/>
          <pc:sldMk cId="3544626392" sldId="265"/>
        </pc:sldMkLst>
        <pc:spChg chg="mod">
          <ac:chgData name="Noah McCarthy" userId="946b4fef28eb09d6" providerId="LiveId" clId="{C605F247-6D44-47F7-9EE4-F6BCBF57058D}" dt="2026-10-03T07:09:58.784" v="2594" actId="26606"/>
          <ac:spMkLst>
            <pc:docMk/>
            <pc:sldMk cId="3544626392" sldId="265"/>
            <ac:spMk id="2" creationId="{56803552-BC2F-F0C3-F184-E5F1AB8C2C80}"/>
          </ac:spMkLst>
        </pc:spChg>
        <pc:spChg chg="add del mod">
          <ac:chgData name="Noah McCarthy" userId="946b4fef28eb09d6" providerId="LiveId" clId="{C605F247-6D44-47F7-9EE4-F6BCBF57058D}" dt="2026-10-03T07:09:58.784" v="2594" actId="26606"/>
          <ac:spMkLst>
            <pc:docMk/>
            <pc:sldMk cId="3544626392" sldId="265"/>
            <ac:spMk id="3" creationId="{5D66CCA0-1CCF-0322-4817-7E75CC196283}"/>
          </ac:spMkLst>
        </pc:spChg>
        <pc:spChg chg="add del">
          <ac:chgData name="Noah McCarthy" userId="946b4fef28eb09d6" providerId="LiveId" clId="{C605F247-6D44-47F7-9EE4-F6BCBF57058D}" dt="2026-10-03T07:09:58.760" v="2593" actId="26606"/>
          <ac:spMkLst>
            <pc:docMk/>
            <pc:sldMk cId="3544626392" sldId="265"/>
            <ac:spMk id="9" creationId="{75F28DDD-9641-43BA-944D-79B0687051F1}"/>
          </ac:spMkLst>
        </pc:spChg>
        <pc:spChg chg="add del">
          <ac:chgData name="Noah McCarthy" userId="946b4fef28eb09d6" providerId="LiveId" clId="{C605F247-6D44-47F7-9EE4-F6BCBF57058D}" dt="2026-10-03T07:09:58.760" v="2593" actId="26606"/>
          <ac:spMkLst>
            <pc:docMk/>
            <pc:sldMk cId="3544626392" sldId="265"/>
            <ac:spMk id="11" creationId="{32AA2954-062E-4B72-A97B-0B066FB156D8}"/>
          </ac:spMkLst>
        </pc:spChg>
        <pc:spChg chg="add del">
          <ac:chgData name="Noah McCarthy" userId="946b4fef28eb09d6" providerId="LiveId" clId="{C605F247-6D44-47F7-9EE4-F6BCBF57058D}" dt="2026-10-03T07:09:58.760" v="2593" actId="26606"/>
          <ac:spMkLst>
            <pc:docMk/>
            <pc:sldMk cId="3544626392" sldId="265"/>
            <ac:spMk id="13" creationId="{10CA29A6-E0B1-40CD-ADF7-7B8E932A3222}"/>
          </ac:spMkLst>
        </pc:spChg>
        <pc:spChg chg="add del">
          <ac:chgData name="Noah McCarthy" userId="946b4fef28eb09d6" providerId="LiveId" clId="{C605F247-6D44-47F7-9EE4-F6BCBF57058D}" dt="2026-10-03T07:09:58.760" v="2593" actId="26606"/>
          <ac:spMkLst>
            <pc:docMk/>
            <pc:sldMk cId="3544626392" sldId="265"/>
            <ac:spMk id="15" creationId="{8DD5F866-AD72-475A-B6C6-54E4577D4AAC}"/>
          </ac:spMkLst>
        </pc:spChg>
        <pc:spChg chg="add del">
          <ac:chgData name="Noah McCarthy" userId="946b4fef28eb09d6" providerId="LiveId" clId="{C605F247-6D44-47F7-9EE4-F6BCBF57058D}" dt="2026-10-03T07:09:58.760" v="2593" actId="26606"/>
          <ac:spMkLst>
            <pc:docMk/>
            <pc:sldMk cId="3544626392" sldId="265"/>
            <ac:spMk id="17" creationId="{C02BAD4C-6EA9-4F10-92D4-A1C8C53DAEE4}"/>
          </ac:spMkLst>
        </pc:spChg>
        <pc:spChg chg="add">
          <ac:chgData name="Noah McCarthy" userId="946b4fef28eb09d6" providerId="LiveId" clId="{C605F247-6D44-47F7-9EE4-F6BCBF57058D}" dt="2026-10-03T07:09:58.784" v="2594" actId="26606"/>
          <ac:spMkLst>
            <pc:docMk/>
            <pc:sldMk cId="3544626392" sldId="265"/>
            <ac:spMk id="19" creationId="{75F28DDD-9641-43BA-944D-79B0687051F1}"/>
          </ac:spMkLst>
        </pc:spChg>
        <pc:spChg chg="add">
          <ac:chgData name="Noah McCarthy" userId="946b4fef28eb09d6" providerId="LiveId" clId="{C605F247-6D44-47F7-9EE4-F6BCBF57058D}" dt="2026-10-03T07:09:58.784" v="2594" actId="26606"/>
          <ac:spMkLst>
            <pc:docMk/>
            <pc:sldMk cId="3544626392" sldId="265"/>
            <ac:spMk id="20" creationId="{32AA2954-062E-4B72-A97B-0B066FB156D8}"/>
          </ac:spMkLst>
        </pc:spChg>
        <pc:spChg chg="add">
          <ac:chgData name="Noah McCarthy" userId="946b4fef28eb09d6" providerId="LiveId" clId="{C605F247-6D44-47F7-9EE4-F6BCBF57058D}" dt="2026-10-03T07:09:58.784" v="2594" actId="26606"/>
          <ac:spMkLst>
            <pc:docMk/>
            <pc:sldMk cId="3544626392" sldId="265"/>
            <ac:spMk id="21" creationId="{10CA29A6-E0B1-40CD-ADF7-7B8E932A3222}"/>
          </ac:spMkLst>
        </pc:spChg>
        <pc:spChg chg="add">
          <ac:chgData name="Noah McCarthy" userId="946b4fef28eb09d6" providerId="LiveId" clId="{C605F247-6D44-47F7-9EE4-F6BCBF57058D}" dt="2026-10-03T07:09:58.784" v="2594" actId="26606"/>
          <ac:spMkLst>
            <pc:docMk/>
            <pc:sldMk cId="3544626392" sldId="265"/>
            <ac:spMk id="22" creationId="{8DD5F866-AD72-475A-B6C6-54E4577D4AAC}"/>
          </ac:spMkLst>
        </pc:spChg>
        <pc:spChg chg="add">
          <ac:chgData name="Noah McCarthy" userId="946b4fef28eb09d6" providerId="LiveId" clId="{C605F247-6D44-47F7-9EE4-F6BCBF57058D}" dt="2026-10-03T07:09:58.784" v="2594" actId="26606"/>
          <ac:spMkLst>
            <pc:docMk/>
            <pc:sldMk cId="3544626392" sldId="265"/>
            <ac:spMk id="23" creationId="{C02BAD4C-6EA9-4F10-92D4-A1C8C53DAEE4}"/>
          </ac:spMkLst>
        </pc:spChg>
        <pc:graphicFrameChg chg="add del">
          <ac:chgData name="Noah McCarthy" userId="946b4fef28eb09d6" providerId="LiveId" clId="{C605F247-6D44-47F7-9EE4-F6BCBF57058D}" dt="2026-10-03T07:09:58.760" v="2593" actId="26606"/>
          <ac:graphicFrameMkLst>
            <pc:docMk/>
            <pc:sldMk cId="3544626392" sldId="265"/>
            <ac:graphicFrameMk id="5" creationId="{7572A1C4-1F10-2529-EB51-8A02FAEBFA80}"/>
          </ac:graphicFrameMkLst>
        </pc:graphicFrameChg>
        <pc:graphicFrameChg chg="add">
          <ac:chgData name="Noah McCarthy" userId="946b4fef28eb09d6" providerId="LiveId" clId="{C605F247-6D44-47F7-9EE4-F6BCBF57058D}" dt="2026-10-03T07:09:58.784" v="2594" actId="26606"/>
          <ac:graphicFrameMkLst>
            <pc:docMk/>
            <pc:sldMk cId="3544626392" sldId="265"/>
            <ac:graphicFrameMk id="24" creationId="{3464158D-DE6F-88CD-1576-1FBD73B462C1}"/>
          </ac:graphicFrameMkLst>
        </pc:graphicFrameChg>
      </pc:sldChg>
      <pc:sldChg chg="addSp delSp modSp new mod setBg">
        <pc:chgData name="Noah McCarthy" userId="946b4fef28eb09d6" providerId="LiveId" clId="{C605F247-6D44-47F7-9EE4-F6BCBF57058D}" dt="2026-10-03T07:05:02.298" v="1868" actId="26606"/>
        <pc:sldMkLst>
          <pc:docMk/>
          <pc:sldMk cId="3065054785" sldId="266"/>
        </pc:sldMkLst>
        <pc:spChg chg="mod">
          <ac:chgData name="Noah McCarthy" userId="946b4fef28eb09d6" providerId="LiveId" clId="{C605F247-6D44-47F7-9EE4-F6BCBF57058D}" dt="2026-10-03T07:04:46.079" v="1867" actId="26606"/>
          <ac:spMkLst>
            <pc:docMk/>
            <pc:sldMk cId="3065054785" sldId="266"/>
            <ac:spMk id="2" creationId="{E43FAE47-1A7F-BBB0-32A8-15A72CFA755E}"/>
          </ac:spMkLst>
        </pc:spChg>
        <pc:spChg chg="mod">
          <ac:chgData name="Noah McCarthy" userId="946b4fef28eb09d6" providerId="LiveId" clId="{C605F247-6D44-47F7-9EE4-F6BCBF57058D}" dt="2026-10-03T07:05:02.298" v="1868" actId="26606"/>
          <ac:spMkLst>
            <pc:docMk/>
            <pc:sldMk cId="3065054785" sldId="266"/>
            <ac:spMk id="3" creationId="{9EF12D69-A4BE-4FA3-C559-C6C3D98F3D2C}"/>
          </ac:spMkLst>
        </pc:spChg>
        <pc:spChg chg="add del">
          <ac:chgData name="Noah McCarthy" userId="946b4fef28eb09d6" providerId="LiveId" clId="{C605F247-6D44-47F7-9EE4-F6BCBF57058D}" dt="2026-10-03T07:04:46.065" v="1866" actId="26606"/>
          <ac:spMkLst>
            <pc:docMk/>
            <pc:sldMk cId="3065054785" sldId="266"/>
            <ac:spMk id="10" creationId="{DB691D59-8F51-4DD8-AD41-D568D29B08F8}"/>
          </ac:spMkLst>
        </pc:spChg>
        <pc:spChg chg="add del">
          <ac:chgData name="Noah McCarthy" userId="946b4fef28eb09d6" providerId="LiveId" clId="{C605F247-6D44-47F7-9EE4-F6BCBF57058D}" dt="2026-10-03T07:04:46.065" v="1866" actId="26606"/>
          <ac:spMkLst>
            <pc:docMk/>
            <pc:sldMk cId="3065054785" sldId="266"/>
            <ac:spMk id="12" creationId="{204AEF18-0627-48F3-9B3D-F7E8F050B1D4}"/>
          </ac:spMkLst>
        </pc:spChg>
        <pc:spChg chg="add del">
          <ac:chgData name="Noah McCarthy" userId="946b4fef28eb09d6" providerId="LiveId" clId="{C605F247-6D44-47F7-9EE4-F6BCBF57058D}" dt="2026-10-03T07:04:46.065" v="1866" actId="26606"/>
          <ac:spMkLst>
            <pc:docMk/>
            <pc:sldMk cId="3065054785" sldId="266"/>
            <ac:spMk id="14" creationId="{CEAEE08A-C572-438F-9753-B0D527A515A7}"/>
          </ac:spMkLst>
        </pc:spChg>
        <pc:spChg chg="add del">
          <ac:chgData name="Noah McCarthy" userId="946b4fef28eb09d6" providerId="LiveId" clId="{C605F247-6D44-47F7-9EE4-F6BCBF57058D}" dt="2026-10-03T07:04:46.065" v="1866" actId="26606"/>
          <ac:spMkLst>
            <pc:docMk/>
            <pc:sldMk cId="3065054785" sldId="266"/>
            <ac:spMk id="16" creationId="{DB93146F-62ED-4C59-844C-0935D0FB5031}"/>
          </ac:spMkLst>
        </pc:spChg>
        <pc:spChg chg="add del">
          <ac:chgData name="Noah McCarthy" userId="946b4fef28eb09d6" providerId="LiveId" clId="{C605F247-6D44-47F7-9EE4-F6BCBF57058D}" dt="2026-10-03T07:04:46.065" v="1866" actId="26606"/>
          <ac:spMkLst>
            <pc:docMk/>
            <pc:sldMk cId="3065054785" sldId="266"/>
            <ac:spMk id="18" creationId="{B5D795CF-5F70-4821-BB11-0B2B8FCCD45A}"/>
          </ac:spMkLst>
        </pc:spChg>
        <pc:spChg chg="add del">
          <ac:chgData name="Noah McCarthy" userId="946b4fef28eb09d6" providerId="LiveId" clId="{C605F247-6D44-47F7-9EE4-F6BCBF57058D}" dt="2026-10-03T07:04:46.065" v="1866" actId="26606"/>
          <ac:spMkLst>
            <pc:docMk/>
            <pc:sldMk cId="3065054785" sldId="266"/>
            <ac:spMk id="20" creationId="{73B1AC31-0B6C-4781-BA06-16BE17F8AFBE}"/>
          </ac:spMkLst>
        </pc:spChg>
        <pc:spChg chg="add del">
          <ac:chgData name="Noah McCarthy" userId="946b4fef28eb09d6" providerId="LiveId" clId="{C605F247-6D44-47F7-9EE4-F6BCBF57058D}" dt="2026-10-03T07:05:02.298" v="1868" actId="26606"/>
          <ac:spMkLst>
            <pc:docMk/>
            <pc:sldMk cId="3065054785" sldId="266"/>
            <ac:spMk id="22" creationId="{BF007B11-F4C3-4A9E-AAA8-D52C8C1AD988}"/>
          </ac:spMkLst>
        </pc:spChg>
        <pc:spChg chg="add del">
          <ac:chgData name="Noah McCarthy" userId="946b4fef28eb09d6" providerId="LiveId" clId="{C605F247-6D44-47F7-9EE4-F6BCBF57058D}" dt="2026-10-03T07:05:02.298" v="1868" actId="26606"/>
          <ac:spMkLst>
            <pc:docMk/>
            <pc:sldMk cId="3065054785" sldId="266"/>
            <ac:spMk id="23" creationId="{DB691D59-8F51-4DD8-AD41-D568D29B08F8}"/>
          </ac:spMkLst>
        </pc:spChg>
        <pc:spChg chg="add del">
          <ac:chgData name="Noah McCarthy" userId="946b4fef28eb09d6" providerId="LiveId" clId="{C605F247-6D44-47F7-9EE4-F6BCBF57058D}" dt="2026-10-03T07:05:02.298" v="1868" actId="26606"/>
          <ac:spMkLst>
            <pc:docMk/>
            <pc:sldMk cId="3065054785" sldId="266"/>
            <ac:spMk id="24" creationId="{871D0F6C-C993-4E97-A103-9448E35FEEA0}"/>
          </ac:spMkLst>
        </pc:spChg>
        <pc:spChg chg="add del">
          <ac:chgData name="Noah McCarthy" userId="946b4fef28eb09d6" providerId="LiveId" clId="{C605F247-6D44-47F7-9EE4-F6BCBF57058D}" dt="2026-10-03T07:05:02.298" v="1868" actId="26606"/>
          <ac:spMkLst>
            <pc:docMk/>
            <pc:sldMk cId="3065054785" sldId="266"/>
            <ac:spMk id="25" creationId="{204AEF18-0627-48F3-9B3D-F7E8F050B1D4}"/>
          </ac:spMkLst>
        </pc:spChg>
        <pc:spChg chg="add del">
          <ac:chgData name="Noah McCarthy" userId="946b4fef28eb09d6" providerId="LiveId" clId="{C605F247-6D44-47F7-9EE4-F6BCBF57058D}" dt="2026-10-03T07:05:02.298" v="1868" actId="26606"/>
          <ac:spMkLst>
            <pc:docMk/>
            <pc:sldMk cId="3065054785" sldId="266"/>
            <ac:spMk id="26" creationId="{7B28B346-1639-4F05-9EBC-808A9DC6657D}"/>
          </ac:spMkLst>
        </pc:spChg>
        <pc:spChg chg="add">
          <ac:chgData name="Noah McCarthy" userId="946b4fef28eb09d6" providerId="LiveId" clId="{C605F247-6D44-47F7-9EE4-F6BCBF57058D}" dt="2026-10-03T07:04:46.079" v="1867" actId="26606"/>
          <ac:spMkLst>
            <pc:docMk/>
            <pc:sldMk cId="3065054785" sldId="266"/>
            <ac:spMk id="27" creationId="{CEAEE08A-C572-438F-9753-B0D527A515A7}"/>
          </ac:spMkLst>
        </pc:spChg>
        <pc:spChg chg="del">
          <ac:chgData name="Noah McCarthy" userId="946b4fef28eb09d6" providerId="LiveId" clId="{C605F247-6D44-47F7-9EE4-F6BCBF57058D}" dt="2026-10-03T07:05:02.298" v="1868" actId="26606"/>
          <ac:spMkLst>
            <pc:docMk/>
            <pc:sldMk cId="3065054785" sldId="266"/>
            <ac:spMk id="28" creationId="{DB93146F-62ED-4C59-844C-0935D0FB5031}"/>
          </ac:spMkLst>
        </pc:spChg>
        <pc:spChg chg="add del">
          <ac:chgData name="Noah McCarthy" userId="946b4fef28eb09d6" providerId="LiveId" clId="{C605F247-6D44-47F7-9EE4-F6BCBF57058D}" dt="2026-10-03T07:05:02.298" v="1868" actId="26606"/>
          <ac:spMkLst>
            <pc:docMk/>
            <pc:sldMk cId="3065054785" sldId="266"/>
            <ac:spMk id="29" creationId="{0883F11E-ECB3-4046-A121-A45C6FF6316B}"/>
          </ac:spMkLst>
        </pc:spChg>
        <pc:spChg chg="add">
          <ac:chgData name="Noah McCarthy" userId="946b4fef28eb09d6" providerId="LiveId" clId="{C605F247-6D44-47F7-9EE4-F6BCBF57058D}" dt="2026-10-03T07:04:46.079" v="1867" actId="26606"/>
          <ac:spMkLst>
            <pc:docMk/>
            <pc:sldMk cId="3065054785" sldId="266"/>
            <ac:spMk id="30" creationId="{5CF77191-9839-40D9-B04E-85DF01BB029F}"/>
          </ac:spMkLst>
        </pc:spChg>
        <pc:spChg chg="add">
          <ac:chgData name="Noah McCarthy" userId="946b4fef28eb09d6" providerId="LiveId" clId="{C605F247-6D44-47F7-9EE4-F6BCBF57058D}" dt="2026-10-03T07:05:02.298" v="1868" actId="26606"/>
          <ac:spMkLst>
            <pc:docMk/>
            <pc:sldMk cId="3065054785" sldId="266"/>
            <ac:spMk id="38" creationId="{204AEF18-0627-48F3-9B3D-F7E8F050B1D4}"/>
          </ac:spMkLst>
        </pc:spChg>
        <pc:spChg chg="add">
          <ac:chgData name="Noah McCarthy" userId="946b4fef28eb09d6" providerId="LiveId" clId="{C605F247-6D44-47F7-9EE4-F6BCBF57058D}" dt="2026-10-03T07:05:02.298" v="1868" actId="26606"/>
          <ac:spMkLst>
            <pc:docMk/>
            <pc:sldMk cId="3065054785" sldId="266"/>
            <ac:spMk id="40" creationId="{CEAEE08A-C572-438F-9753-B0D527A515A7}"/>
          </ac:spMkLst>
        </pc:spChg>
        <pc:picChg chg="add del">
          <ac:chgData name="Noah McCarthy" userId="946b4fef28eb09d6" providerId="LiveId" clId="{C605F247-6D44-47F7-9EE4-F6BCBF57058D}" dt="2026-10-03T07:04:46.065" v="1866" actId="26606"/>
          <ac:picMkLst>
            <pc:docMk/>
            <pc:sldMk cId="3065054785" sldId="266"/>
            <ac:picMk id="7" creationId="{BE2FFF3C-8D2B-4FDC-9D65-8C22292C1AAB}"/>
          </ac:picMkLst>
        </pc:picChg>
      </pc:sldChg>
    </pc:docChg>
  </pc:docChgLst>
</pc:chgInfo>
</file>

<file path=ppt/diagrams/_rels/data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image" Target="../media/image3.svg"/></Relationships>
</file>

<file path=ppt/diagrams/_rels/data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image" Target="../media/image5.svg"/></Relationships>
</file>

<file path=ppt/diagrams/_rels/data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_rels/drawing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image" Target="../media/image3.svg"/></Relationships>
</file>

<file path=ppt/diagrams/_rels/drawing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image" Target="../media/image5.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B3456E-964C-40AD-92F5-CFB441A32B8A}"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5F73E185-CCF4-4B45-B106-92D1CBDC3367}">
      <dgm:prSet/>
      <dgm:spPr/>
      <dgm:t>
        <a:bodyPr/>
        <a:lstStyle/>
        <a:p>
          <a:r>
            <a:rPr lang="en-US"/>
            <a:t>In 2022, there was an increase of 633% supply chain attacks showing an increase in need of good security</a:t>
          </a:r>
        </a:p>
      </dgm:t>
    </dgm:pt>
    <dgm:pt modelId="{6FB667DA-82C7-4DBF-8913-B2A69E51EFAA}" type="parTrans" cxnId="{3ECEAA7A-5B90-4BD7-BD1A-7280D24F18FE}">
      <dgm:prSet/>
      <dgm:spPr/>
      <dgm:t>
        <a:bodyPr/>
        <a:lstStyle/>
        <a:p>
          <a:endParaRPr lang="en-US"/>
        </a:p>
      </dgm:t>
    </dgm:pt>
    <dgm:pt modelId="{4E5E32DA-E17D-4837-8F60-B021E31F4C16}" type="sibTrans" cxnId="{3ECEAA7A-5B90-4BD7-BD1A-7280D24F18FE}">
      <dgm:prSet/>
      <dgm:spPr/>
      <dgm:t>
        <a:bodyPr/>
        <a:lstStyle/>
        <a:p>
          <a:endParaRPr lang="en-US"/>
        </a:p>
      </dgm:t>
    </dgm:pt>
    <dgm:pt modelId="{10B3A879-EB12-4638-A729-BF0621F69C0B}">
      <dgm:prSet/>
      <dgm:spPr/>
      <dgm:t>
        <a:bodyPr/>
        <a:lstStyle/>
        <a:p>
          <a:r>
            <a:rPr lang="en-US"/>
            <a:t>Roughly 43% of cyberattacks target small businesses, making source code security important</a:t>
          </a:r>
        </a:p>
      </dgm:t>
    </dgm:pt>
    <dgm:pt modelId="{4C8A01AD-9AA3-48FD-BC05-854E51A63951}" type="parTrans" cxnId="{B4300257-9F6E-4BD5-9AB9-D9723B9D5D67}">
      <dgm:prSet/>
      <dgm:spPr/>
      <dgm:t>
        <a:bodyPr/>
        <a:lstStyle/>
        <a:p>
          <a:endParaRPr lang="en-US"/>
        </a:p>
      </dgm:t>
    </dgm:pt>
    <dgm:pt modelId="{9555C0D5-F5EB-4177-99DA-2D06C6E7FBC4}" type="sibTrans" cxnId="{B4300257-9F6E-4BD5-9AB9-D9723B9D5D67}">
      <dgm:prSet/>
      <dgm:spPr/>
      <dgm:t>
        <a:bodyPr/>
        <a:lstStyle/>
        <a:p>
          <a:endParaRPr lang="en-US"/>
        </a:p>
      </dgm:t>
    </dgm:pt>
    <dgm:pt modelId="{F68AD8FB-3DA0-439A-8AB5-AF2E7FC7BF99}">
      <dgm:prSet/>
      <dgm:spPr/>
      <dgm:t>
        <a:bodyPr/>
        <a:lstStyle/>
        <a:p>
          <a:r>
            <a:rPr lang="en-US"/>
            <a:t>Risks multiply with companies having remote developers</a:t>
          </a:r>
        </a:p>
      </dgm:t>
    </dgm:pt>
    <dgm:pt modelId="{FC4931E3-C28F-4AC7-8336-2821333DBA7C}" type="parTrans" cxnId="{A83693D8-E8F4-45D5-9521-21370701AC11}">
      <dgm:prSet/>
      <dgm:spPr/>
      <dgm:t>
        <a:bodyPr/>
        <a:lstStyle/>
        <a:p>
          <a:endParaRPr lang="en-US"/>
        </a:p>
      </dgm:t>
    </dgm:pt>
    <dgm:pt modelId="{304D015C-01CF-4FED-B9AB-5F4760C6B197}" type="sibTrans" cxnId="{A83693D8-E8F4-45D5-9521-21370701AC11}">
      <dgm:prSet/>
      <dgm:spPr/>
      <dgm:t>
        <a:bodyPr/>
        <a:lstStyle/>
        <a:p>
          <a:endParaRPr lang="en-US"/>
        </a:p>
      </dgm:t>
    </dgm:pt>
    <dgm:pt modelId="{09119A80-EEB1-4528-B051-45FCE0DCD9A4}" type="pres">
      <dgm:prSet presAssocID="{FBB3456E-964C-40AD-92F5-CFB441A32B8A}" presName="hierChild1" presStyleCnt="0">
        <dgm:presLayoutVars>
          <dgm:chPref val="1"/>
          <dgm:dir/>
          <dgm:animOne val="branch"/>
          <dgm:animLvl val="lvl"/>
          <dgm:resizeHandles/>
        </dgm:presLayoutVars>
      </dgm:prSet>
      <dgm:spPr/>
    </dgm:pt>
    <dgm:pt modelId="{40B5CD40-2EF2-4BCE-97C9-19269C64C1E2}" type="pres">
      <dgm:prSet presAssocID="{5F73E185-CCF4-4B45-B106-92D1CBDC3367}" presName="hierRoot1" presStyleCnt="0"/>
      <dgm:spPr/>
    </dgm:pt>
    <dgm:pt modelId="{D30B344F-AEBA-4690-9E08-62C3112A3BA5}" type="pres">
      <dgm:prSet presAssocID="{5F73E185-CCF4-4B45-B106-92D1CBDC3367}" presName="composite" presStyleCnt="0"/>
      <dgm:spPr/>
    </dgm:pt>
    <dgm:pt modelId="{53FF16F8-3BC0-48B2-8C34-5CB964C43612}" type="pres">
      <dgm:prSet presAssocID="{5F73E185-CCF4-4B45-B106-92D1CBDC3367}" presName="background" presStyleLbl="node0" presStyleIdx="0" presStyleCnt="3"/>
      <dgm:spPr/>
    </dgm:pt>
    <dgm:pt modelId="{5345E038-5085-454B-ACBA-0CD8604897FA}" type="pres">
      <dgm:prSet presAssocID="{5F73E185-CCF4-4B45-B106-92D1CBDC3367}" presName="text" presStyleLbl="fgAcc0" presStyleIdx="0" presStyleCnt="3">
        <dgm:presLayoutVars>
          <dgm:chPref val="3"/>
        </dgm:presLayoutVars>
      </dgm:prSet>
      <dgm:spPr/>
    </dgm:pt>
    <dgm:pt modelId="{1FD98146-8482-4EAC-9519-113CD63BBCFD}" type="pres">
      <dgm:prSet presAssocID="{5F73E185-CCF4-4B45-B106-92D1CBDC3367}" presName="hierChild2" presStyleCnt="0"/>
      <dgm:spPr/>
    </dgm:pt>
    <dgm:pt modelId="{5388D46B-06DC-46F9-96D5-DA677FDBB1F0}" type="pres">
      <dgm:prSet presAssocID="{10B3A879-EB12-4638-A729-BF0621F69C0B}" presName="hierRoot1" presStyleCnt="0"/>
      <dgm:spPr/>
    </dgm:pt>
    <dgm:pt modelId="{A9A50838-20BC-4762-86C4-A46FAAC39A4C}" type="pres">
      <dgm:prSet presAssocID="{10B3A879-EB12-4638-A729-BF0621F69C0B}" presName="composite" presStyleCnt="0"/>
      <dgm:spPr/>
    </dgm:pt>
    <dgm:pt modelId="{6100D5C7-2833-4C53-854F-DBD679496C3F}" type="pres">
      <dgm:prSet presAssocID="{10B3A879-EB12-4638-A729-BF0621F69C0B}" presName="background" presStyleLbl="node0" presStyleIdx="1" presStyleCnt="3"/>
      <dgm:spPr/>
    </dgm:pt>
    <dgm:pt modelId="{12DBDDBA-40B1-4D22-AD03-AD36988EE954}" type="pres">
      <dgm:prSet presAssocID="{10B3A879-EB12-4638-A729-BF0621F69C0B}" presName="text" presStyleLbl="fgAcc0" presStyleIdx="1" presStyleCnt="3">
        <dgm:presLayoutVars>
          <dgm:chPref val="3"/>
        </dgm:presLayoutVars>
      </dgm:prSet>
      <dgm:spPr/>
    </dgm:pt>
    <dgm:pt modelId="{0F3E0EA0-AE94-40E3-ABE8-72B1A9DE6F2B}" type="pres">
      <dgm:prSet presAssocID="{10B3A879-EB12-4638-A729-BF0621F69C0B}" presName="hierChild2" presStyleCnt="0"/>
      <dgm:spPr/>
    </dgm:pt>
    <dgm:pt modelId="{A6108AFB-4189-44E6-B730-CABD10326FC5}" type="pres">
      <dgm:prSet presAssocID="{F68AD8FB-3DA0-439A-8AB5-AF2E7FC7BF99}" presName="hierRoot1" presStyleCnt="0"/>
      <dgm:spPr/>
    </dgm:pt>
    <dgm:pt modelId="{CF597BE0-4586-4C17-B179-4F3D48257FB5}" type="pres">
      <dgm:prSet presAssocID="{F68AD8FB-3DA0-439A-8AB5-AF2E7FC7BF99}" presName="composite" presStyleCnt="0"/>
      <dgm:spPr/>
    </dgm:pt>
    <dgm:pt modelId="{C39DA0C2-8FC2-475D-8CF9-938CA649193E}" type="pres">
      <dgm:prSet presAssocID="{F68AD8FB-3DA0-439A-8AB5-AF2E7FC7BF99}" presName="background" presStyleLbl="node0" presStyleIdx="2" presStyleCnt="3"/>
      <dgm:spPr/>
    </dgm:pt>
    <dgm:pt modelId="{4581758C-F19B-48AE-A136-471618FD38F8}" type="pres">
      <dgm:prSet presAssocID="{F68AD8FB-3DA0-439A-8AB5-AF2E7FC7BF99}" presName="text" presStyleLbl="fgAcc0" presStyleIdx="2" presStyleCnt="3">
        <dgm:presLayoutVars>
          <dgm:chPref val="3"/>
        </dgm:presLayoutVars>
      </dgm:prSet>
      <dgm:spPr/>
    </dgm:pt>
    <dgm:pt modelId="{F9F5C482-71E9-4D71-8D32-C3F60C730FEE}" type="pres">
      <dgm:prSet presAssocID="{F68AD8FB-3DA0-439A-8AB5-AF2E7FC7BF99}" presName="hierChild2" presStyleCnt="0"/>
      <dgm:spPr/>
    </dgm:pt>
  </dgm:ptLst>
  <dgm:cxnLst>
    <dgm:cxn modelId="{7BFB7D0C-A661-466D-9529-A665A517E868}" type="presOf" srcId="{FBB3456E-964C-40AD-92F5-CFB441A32B8A}" destId="{09119A80-EEB1-4528-B051-45FCE0DCD9A4}" srcOrd="0" destOrd="0" presId="urn:microsoft.com/office/officeart/2005/8/layout/hierarchy1"/>
    <dgm:cxn modelId="{D77B9328-EE2A-49DC-B35D-11EDEE6516F3}" type="presOf" srcId="{F68AD8FB-3DA0-439A-8AB5-AF2E7FC7BF99}" destId="{4581758C-F19B-48AE-A136-471618FD38F8}" srcOrd="0" destOrd="0" presId="urn:microsoft.com/office/officeart/2005/8/layout/hierarchy1"/>
    <dgm:cxn modelId="{B4300257-9F6E-4BD5-9AB9-D9723B9D5D67}" srcId="{FBB3456E-964C-40AD-92F5-CFB441A32B8A}" destId="{10B3A879-EB12-4638-A729-BF0621F69C0B}" srcOrd="1" destOrd="0" parTransId="{4C8A01AD-9AA3-48FD-BC05-854E51A63951}" sibTransId="{9555C0D5-F5EB-4177-99DA-2D06C6E7FBC4}"/>
    <dgm:cxn modelId="{3ECEAA7A-5B90-4BD7-BD1A-7280D24F18FE}" srcId="{FBB3456E-964C-40AD-92F5-CFB441A32B8A}" destId="{5F73E185-CCF4-4B45-B106-92D1CBDC3367}" srcOrd="0" destOrd="0" parTransId="{6FB667DA-82C7-4DBF-8913-B2A69E51EFAA}" sibTransId="{4E5E32DA-E17D-4837-8F60-B021E31F4C16}"/>
    <dgm:cxn modelId="{AC28C190-5BC5-460C-846C-8D46A822556C}" type="presOf" srcId="{10B3A879-EB12-4638-A729-BF0621F69C0B}" destId="{12DBDDBA-40B1-4D22-AD03-AD36988EE954}" srcOrd="0" destOrd="0" presId="urn:microsoft.com/office/officeart/2005/8/layout/hierarchy1"/>
    <dgm:cxn modelId="{F36C0292-77D7-4396-B207-B21A8329580F}" type="presOf" srcId="{5F73E185-CCF4-4B45-B106-92D1CBDC3367}" destId="{5345E038-5085-454B-ACBA-0CD8604897FA}" srcOrd="0" destOrd="0" presId="urn:microsoft.com/office/officeart/2005/8/layout/hierarchy1"/>
    <dgm:cxn modelId="{A83693D8-E8F4-45D5-9521-21370701AC11}" srcId="{FBB3456E-964C-40AD-92F5-CFB441A32B8A}" destId="{F68AD8FB-3DA0-439A-8AB5-AF2E7FC7BF99}" srcOrd="2" destOrd="0" parTransId="{FC4931E3-C28F-4AC7-8336-2821333DBA7C}" sibTransId="{304D015C-01CF-4FED-B9AB-5F4760C6B197}"/>
    <dgm:cxn modelId="{7D993DBA-8F01-44D0-8DC6-228027C7E8EE}" type="presParOf" srcId="{09119A80-EEB1-4528-B051-45FCE0DCD9A4}" destId="{40B5CD40-2EF2-4BCE-97C9-19269C64C1E2}" srcOrd="0" destOrd="0" presId="urn:microsoft.com/office/officeart/2005/8/layout/hierarchy1"/>
    <dgm:cxn modelId="{BC03C731-0717-4F1C-8658-66214E5D42A4}" type="presParOf" srcId="{40B5CD40-2EF2-4BCE-97C9-19269C64C1E2}" destId="{D30B344F-AEBA-4690-9E08-62C3112A3BA5}" srcOrd="0" destOrd="0" presId="urn:microsoft.com/office/officeart/2005/8/layout/hierarchy1"/>
    <dgm:cxn modelId="{B6B62A84-5AE6-4298-A476-7C539E63A8F1}" type="presParOf" srcId="{D30B344F-AEBA-4690-9E08-62C3112A3BA5}" destId="{53FF16F8-3BC0-48B2-8C34-5CB964C43612}" srcOrd="0" destOrd="0" presId="urn:microsoft.com/office/officeart/2005/8/layout/hierarchy1"/>
    <dgm:cxn modelId="{A0F4408B-7194-4BB9-A3D7-76BB38091E9E}" type="presParOf" srcId="{D30B344F-AEBA-4690-9E08-62C3112A3BA5}" destId="{5345E038-5085-454B-ACBA-0CD8604897FA}" srcOrd="1" destOrd="0" presId="urn:microsoft.com/office/officeart/2005/8/layout/hierarchy1"/>
    <dgm:cxn modelId="{F5690275-D223-4FEA-B052-EBE179B34334}" type="presParOf" srcId="{40B5CD40-2EF2-4BCE-97C9-19269C64C1E2}" destId="{1FD98146-8482-4EAC-9519-113CD63BBCFD}" srcOrd="1" destOrd="0" presId="urn:microsoft.com/office/officeart/2005/8/layout/hierarchy1"/>
    <dgm:cxn modelId="{4CE8CABB-99FD-4A59-B946-FC6DB53581E0}" type="presParOf" srcId="{09119A80-EEB1-4528-B051-45FCE0DCD9A4}" destId="{5388D46B-06DC-46F9-96D5-DA677FDBB1F0}" srcOrd="1" destOrd="0" presId="urn:microsoft.com/office/officeart/2005/8/layout/hierarchy1"/>
    <dgm:cxn modelId="{BB58C875-34A0-4E4B-97CC-BA2FD6751F72}" type="presParOf" srcId="{5388D46B-06DC-46F9-96D5-DA677FDBB1F0}" destId="{A9A50838-20BC-4762-86C4-A46FAAC39A4C}" srcOrd="0" destOrd="0" presId="urn:microsoft.com/office/officeart/2005/8/layout/hierarchy1"/>
    <dgm:cxn modelId="{05643E27-E2FE-45B0-8E44-AE4A376D39DA}" type="presParOf" srcId="{A9A50838-20BC-4762-86C4-A46FAAC39A4C}" destId="{6100D5C7-2833-4C53-854F-DBD679496C3F}" srcOrd="0" destOrd="0" presId="urn:microsoft.com/office/officeart/2005/8/layout/hierarchy1"/>
    <dgm:cxn modelId="{232F0032-CE07-4DD3-B4DE-AF828707EA1C}" type="presParOf" srcId="{A9A50838-20BC-4762-86C4-A46FAAC39A4C}" destId="{12DBDDBA-40B1-4D22-AD03-AD36988EE954}" srcOrd="1" destOrd="0" presId="urn:microsoft.com/office/officeart/2005/8/layout/hierarchy1"/>
    <dgm:cxn modelId="{7E6DFD9D-9993-4AC0-A7B4-8FCD908C2123}" type="presParOf" srcId="{5388D46B-06DC-46F9-96D5-DA677FDBB1F0}" destId="{0F3E0EA0-AE94-40E3-ABE8-72B1A9DE6F2B}" srcOrd="1" destOrd="0" presId="urn:microsoft.com/office/officeart/2005/8/layout/hierarchy1"/>
    <dgm:cxn modelId="{133EDB03-DCB8-4DC7-8615-E864AE8FBB83}" type="presParOf" srcId="{09119A80-EEB1-4528-B051-45FCE0DCD9A4}" destId="{A6108AFB-4189-44E6-B730-CABD10326FC5}" srcOrd="2" destOrd="0" presId="urn:microsoft.com/office/officeart/2005/8/layout/hierarchy1"/>
    <dgm:cxn modelId="{3D92A06B-1F17-4E08-BAEB-9129AE5E174D}" type="presParOf" srcId="{A6108AFB-4189-44E6-B730-CABD10326FC5}" destId="{CF597BE0-4586-4C17-B179-4F3D48257FB5}" srcOrd="0" destOrd="0" presId="urn:microsoft.com/office/officeart/2005/8/layout/hierarchy1"/>
    <dgm:cxn modelId="{BDBBB2AA-75D6-4361-9F06-22753672E70A}" type="presParOf" srcId="{CF597BE0-4586-4C17-B179-4F3D48257FB5}" destId="{C39DA0C2-8FC2-475D-8CF9-938CA649193E}" srcOrd="0" destOrd="0" presId="urn:microsoft.com/office/officeart/2005/8/layout/hierarchy1"/>
    <dgm:cxn modelId="{4EB50E2C-EE69-467E-A880-FF5EF9EA2779}" type="presParOf" srcId="{CF597BE0-4586-4C17-B179-4F3D48257FB5}" destId="{4581758C-F19B-48AE-A136-471618FD38F8}" srcOrd="1" destOrd="0" presId="urn:microsoft.com/office/officeart/2005/8/layout/hierarchy1"/>
    <dgm:cxn modelId="{193DBC0D-74E1-444B-B58A-61BBDEA79240}" type="presParOf" srcId="{A6108AFB-4189-44E6-B730-CABD10326FC5}" destId="{F9F5C482-71E9-4D71-8D32-C3F60C730FEE}"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638323A-1454-408E-AC64-BAD0A205FC57}" type="doc">
      <dgm:prSet loTypeId="urn:microsoft.com/office/officeart/2008/layout/LinedList" loCatId="list" qsTypeId="urn:microsoft.com/office/officeart/2005/8/quickstyle/simple4" qsCatId="simple" csTypeId="urn:microsoft.com/office/officeart/2005/8/colors/colorful1" csCatId="colorful"/>
      <dgm:spPr/>
      <dgm:t>
        <a:bodyPr/>
        <a:lstStyle/>
        <a:p>
          <a:endParaRPr lang="en-US"/>
        </a:p>
      </dgm:t>
    </dgm:pt>
    <dgm:pt modelId="{4009B8CA-6EA0-404B-8BD6-188D38EA259C}">
      <dgm:prSet/>
      <dgm:spPr/>
      <dgm:t>
        <a:bodyPr/>
        <a:lstStyle/>
        <a:p>
          <a:r>
            <a:rPr lang="en-US"/>
            <a:t>Intellectual Property Theft</a:t>
          </a:r>
        </a:p>
      </dgm:t>
    </dgm:pt>
    <dgm:pt modelId="{3569C6B9-3A30-4FF9-9013-2BCEAAD07A8F}" type="parTrans" cxnId="{6793CE5B-042E-4910-947B-76F4A4EB5B08}">
      <dgm:prSet/>
      <dgm:spPr/>
      <dgm:t>
        <a:bodyPr/>
        <a:lstStyle/>
        <a:p>
          <a:endParaRPr lang="en-US"/>
        </a:p>
      </dgm:t>
    </dgm:pt>
    <dgm:pt modelId="{34119CF6-AB53-4FBB-982B-6B623E113A00}" type="sibTrans" cxnId="{6793CE5B-042E-4910-947B-76F4A4EB5B08}">
      <dgm:prSet/>
      <dgm:spPr/>
      <dgm:t>
        <a:bodyPr/>
        <a:lstStyle/>
        <a:p>
          <a:endParaRPr lang="en-US"/>
        </a:p>
      </dgm:t>
    </dgm:pt>
    <dgm:pt modelId="{3BAB0BBD-6120-4022-A9D4-575A47B22772}">
      <dgm:prSet/>
      <dgm:spPr/>
      <dgm:t>
        <a:bodyPr/>
        <a:lstStyle/>
        <a:p>
          <a:r>
            <a:rPr lang="en-US"/>
            <a:t>Data breaches</a:t>
          </a:r>
        </a:p>
      </dgm:t>
    </dgm:pt>
    <dgm:pt modelId="{439F885D-78B6-4C9F-9F25-55053FC7072D}" type="parTrans" cxnId="{967C2B7E-1C27-4DA4-A5C0-29668DCCA961}">
      <dgm:prSet/>
      <dgm:spPr/>
      <dgm:t>
        <a:bodyPr/>
        <a:lstStyle/>
        <a:p>
          <a:endParaRPr lang="en-US"/>
        </a:p>
      </dgm:t>
    </dgm:pt>
    <dgm:pt modelId="{157C33E0-67CD-444D-9E80-3645D0AB0775}" type="sibTrans" cxnId="{967C2B7E-1C27-4DA4-A5C0-29668DCCA961}">
      <dgm:prSet/>
      <dgm:spPr/>
      <dgm:t>
        <a:bodyPr/>
        <a:lstStyle/>
        <a:p>
          <a:endParaRPr lang="en-US"/>
        </a:p>
      </dgm:t>
    </dgm:pt>
    <dgm:pt modelId="{FB5E3216-0F4C-41DE-92EB-209A663171C8}">
      <dgm:prSet/>
      <dgm:spPr/>
      <dgm:t>
        <a:bodyPr/>
        <a:lstStyle/>
        <a:p>
          <a:r>
            <a:rPr lang="en-US"/>
            <a:t>Competitive disadvantages</a:t>
          </a:r>
        </a:p>
      </dgm:t>
    </dgm:pt>
    <dgm:pt modelId="{C44E13C1-28A0-4FE9-A311-F6DF6F23D3D4}" type="parTrans" cxnId="{A3CB6AF1-A29E-4327-86F8-D35D8B930FA0}">
      <dgm:prSet/>
      <dgm:spPr/>
      <dgm:t>
        <a:bodyPr/>
        <a:lstStyle/>
        <a:p>
          <a:endParaRPr lang="en-US"/>
        </a:p>
      </dgm:t>
    </dgm:pt>
    <dgm:pt modelId="{78A1EC8C-3532-4996-831E-50907FDC764D}" type="sibTrans" cxnId="{A3CB6AF1-A29E-4327-86F8-D35D8B930FA0}">
      <dgm:prSet/>
      <dgm:spPr/>
      <dgm:t>
        <a:bodyPr/>
        <a:lstStyle/>
        <a:p>
          <a:endParaRPr lang="en-US"/>
        </a:p>
      </dgm:t>
    </dgm:pt>
    <dgm:pt modelId="{052DFFCF-D2A8-4D28-9580-102EBF0F4569}">
      <dgm:prSet/>
      <dgm:spPr/>
      <dgm:t>
        <a:bodyPr/>
        <a:lstStyle/>
        <a:p>
          <a:r>
            <a:rPr lang="en-US"/>
            <a:t>Reputation damage</a:t>
          </a:r>
        </a:p>
      </dgm:t>
    </dgm:pt>
    <dgm:pt modelId="{C598A5C2-564B-4E60-9775-5DDBFB665C18}" type="parTrans" cxnId="{30C65444-D2A0-46D1-87B2-D2F733539916}">
      <dgm:prSet/>
      <dgm:spPr/>
      <dgm:t>
        <a:bodyPr/>
        <a:lstStyle/>
        <a:p>
          <a:endParaRPr lang="en-US"/>
        </a:p>
      </dgm:t>
    </dgm:pt>
    <dgm:pt modelId="{58F6F532-29C5-45D1-A438-E42168E1057A}" type="sibTrans" cxnId="{30C65444-D2A0-46D1-87B2-D2F733539916}">
      <dgm:prSet/>
      <dgm:spPr/>
      <dgm:t>
        <a:bodyPr/>
        <a:lstStyle/>
        <a:p>
          <a:endParaRPr lang="en-US"/>
        </a:p>
      </dgm:t>
    </dgm:pt>
    <dgm:pt modelId="{DC92631E-293A-43AA-8305-06AEBEF3350F}">
      <dgm:prSet/>
      <dgm:spPr/>
      <dgm:t>
        <a:bodyPr/>
        <a:lstStyle/>
        <a:p>
          <a:r>
            <a:rPr lang="en-US"/>
            <a:t>Legal ramifications</a:t>
          </a:r>
        </a:p>
      </dgm:t>
    </dgm:pt>
    <dgm:pt modelId="{9F7CE22F-0242-4BF3-AA61-F08E909BC2BB}" type="parTrans" cxnId="{5795080A-120D-4E6C-857F-BE9F6735F74B}">
      <dgm:prSet/>
      <dgm:spPr/>
      <dgm:t>
        <a:bodyPr/>
        <a:lstStyle/>
        <a:p>
          <a:endParaRPr lang="en-US"/>
        </a:p>
      </dgm:t>
    </dgm:pt>
    <dgm:pt modelId="{26947782-BCE1-43CF-840D-DF55CA379FE1}" type="sibTrans" cxnId="{5795080A-120D-4E6C-857F-BE9F6735F74B}">
      <dgm:prSet/>
      <dgm:spPr/>
      <dgm:t>
        <a:bodyPr/>
        <a:lstStyle/>
        <a:p>
          <a:endParaRPr lang="en-US"/>
        </a:p>
      </dgm:t>
    </dgm:pt>
    <dgm:pt modelId="{BC728FA1-87A0-4A23-A69D-8268657BED1D}" type="pres">
      <dgm:prSet presAssocID="{D638323A-1454-408E-AC64-BAD0A205FC57}" presName="vert0" presStyleCnt="0">
        <dgm:presLayoutVars>
          <dgm:dir/>
          <dgm:animOne val="branch"/>
          <dgm:animLvl val="lvl"/>
        </dgm:presLayoutVars>
      </dgm:prSet>
      <dgm:spPr/>
    </dgm:pt>
    <dgm:pt modelId="{FD10C36E-C3B6-485F-88F1-D15BFE372714}" type="pres">
      <dgm:prSet presAssocID="{4009B8CA-6EA0-404B-8BD6-188D38EA259C}" presName="thickLine" presStyleLbl="alignNode1" presStyleIdx="0" presStyleCnt="5"/>
      <dgm:spPr/>
    </dgm:pt>
    <dgm:pt modelId="{C5396568-8C5F-482A-AC45-066991AA67D8}" type="pres">
      <dgm:prSet presAssocID="{4009B8CA-6EA0-404B-8BD6-188D38EA259C}" presName="horz1" presStyleCnt="0"/>
      <dgm:spPr/>
    </dgm:pt>
    <dgm:pt modelId="{A2DB7991-D1BB-473C-990F-92BDB3E499CE}" type="pres">
      <dgm:prSet presAssocID="{4009B8CA-6EA0-404B-8BD6-188D38EA259C}" presName="tx1" presStyleLbl="revTx" presStyleIdx="0" presStyleCnt="5"/>
      <dgm:spPr/>
    </dgm:pt>
    <dgm:pt modelId="{51E95E67-D9BC-47B1-8A28-A394AAEB666F}" type="pres">
      <dgm:prSet presAssocID="{4009B8CA-6EA0-404B-8BD6-188D38EA259C}" presName="vert1" presStyleCnt="0"/>
      <dgm:spPr/>
    </dgm:pt>
    <dgm:pt modelId="{90BC74BB-B5D5-4625-8619-8FDC0B67F3EA}" type="pres">
      <dgm:prSet presAssocID="{3BAB0BBD-6120-4022-A9D4-575A47B22772}" presName="thickLine" presStyleLbl="alignNode1" presStyleIdx="1" presStyleCnt="5"/>
      <dgm:spPr/>
    </dgm:pt>
    <dgm:pt modelId="{318AF295-C57F-4A18-9F94-17D943A06D05}" type="pres">
      <dgm:prSet presAssocID="{3BAB0BBD-6120-4022-A9D4-575A47B22772}" presName="horz1" presStyleCnt="0"/>
      <dgm:spPr/>
    </dgm:pt>
    <dgm:pt modelId="{3ACE8852-1CA5-43BB-8B36-A9896694DFD5}" type="pres">
      <dgm:prSet presAssocID="{3BAB0BBD-6120-4022-A9D4-575A47B22772}" presName="tx1" presStyleLbl="revTx" presStyleIdx="1" presStyleCnt="5"/>
      <dgm:spPr/>
    </dgm:pt>
    <dgm:pt modelId="{AD6E939C-A371-4D99-AEF6-C0714A6359C3}" type="pres">
      <dgm:prSet presAssocID="{3BAB0BBD-6120-4022-A9D4-575A47B22772}" presName="vert1" presStyleCnt="0"/>
      <dgm:spPr/>
    </dgm:pt>
    <dgm:pt modelId="{DBD39EB1-A8AC-43DA-A2C9-42FC3AB8367B}" type="pres">
      <dgm:prSet presAssocID="{FB5E3216-0F4C-41DE-92EB-209A663171C8}" presName="thickLine" presStyleLbl="alignNode1" presStyleIdx="2" presStyleCnt="5"/>
      <dgm:spPr/>
    </dgm:pt>
    <dgm:pt modelId="{CB491002-4145-4414-AB2D-C45DB1B98DB1}" type="pres">
      <dgm:prSet presAssocID="{FB5E3216-0F4C-41DE-92EB-209A663171C8}" presName="horz1" presStyleCnt="0"/>
      <dgm:spPr/>
    </dgm:pt>
    <dgm:pt modelId="{8F246488-8E06-4946-A6C9-C92DF03C02D8}" type="pres">
      <dgm:prSet presAssocID="{FB5E3216-0F4C-41DE-92EB-209A663171C8}" presName="tx1" presStyleLbl="revTx" presStyleIdx="2" presStyleCnt="5"/>
      <dgm:spPr/>
    </dgm:pt>
    <dgm:pt modelId="{EF2AE689-9114-44A8-9999-56513E14600B}" type="pres">
      <dgm:prSet presAssocID="{FB5E3216-0F4C-41DE-92EB-209A663171C8}" presName="vert1" presStyleCnt="0"/>
      <dgm:spPr/>
    </dgm:pt>
    <dgm:pt modelId="{E47C36AD-034D-4092-A6BD-DFE0F4AA0940}" type="pres">
      <dgm:prSet presAssocID="{052DFFCF-D2A8-4D28-9580-102EBF0F4569}" presName="thickLine" presStyleLbl="alignNode1" presStyleIdx="3" presStyleCnt="5"/>
      <dgm:spPr/>
    </dgm:pt>
    <dgm:pt modelId="{92F90644-CD30-47B4-BDF5-8133B4C9E80C}" type="pres">
      <dgm:prSet presAssocID="{052DFFCF-D2A8-4D28-9580-102EBF0F4569}" presName="horz1" presStyleCnt="0"/>
      <dgm:spPr/>
    </dgm:pt>
    <dgm:pt modelId="{7BFCC2E8-D37D-4562-9F49-019F1D98D412}" type="pres">
      <dgm:prSet presAssocID="{052DFFCF-D2A8-4D28-9580-102EBF0F4569}" presName="tx1" presStyleLbl="revTx" presStyleIdx="3" presStyleCnt="5"/>
      <dgm:spPr/>
    </dgm:pt>
    <dgm:pt modelId="{ABBC1FB2-B4BC-4A05-AF1F-C3EEF5F1F0FE}" type="pres">
      <dgm:prSet presAssocID="{052DFFCF-D2A8-4D28-9580-102EBF0F4569}" presName="vert1" presStyleCnt="0"/>
      <dgm:spPr/>
    </dgm:pt>
    <dgm:pt modelId="{863AD5F5-3A68-4C6B-8AE3-18B9FE0C8EF8}" type="pres">
      <dgm:prSet presAssocID="{DC92631E-293A-43AA-8305-06AEBEF3350F}" presName="thickLine" presStyleLbl="alignNode1" presStyleIdx="4" presStyleCnt="5"/>
      <dgm:spPr/>
    </dgm:pt>
    <dgm:pt modelId="{56D87EA1-3348-48A2-9F4E-B57034DE76C6}" type="pres">
      <dgm:prSet presAssocID="{DC92631E-293A-43AA-8305-06AEBEF3350F}" presName="horz1" presStyleCnt="0"/>
      <dgm:spPr/>
    </dgm:pt>
    <dgm:pt modelId="{919C31C9-121F-4E4F-BA4B-07289C759168}" type="pres">
      <dgm:prSet presAssocID="{DC92631E-293A-43AA-8305-06AEBEF3350F}" presName="tx1" presStyleLbl="revTx" presStyleIdx="4" presStyleCnt="5"/>
      <dgm:spPr/>
    </dgm:pt>
    <dgm:pt modelId="{35C70E3A-E5A8-44B6-ABA2-785BAA8D801C}" type="pres">
      <dgm:prSet presAssocID="{DC92631E-293A-43AA-8305-06AEBEF3350F}" presName="vert1" presStyleCnt="0"/>
      <dgm:spPr/>
    </dgm:pt>
  </dgm:ptLst>
  <dgm:cxnLst>
    <dgm:cxn modelId="{2F92F703-674E-4A7F-A7BD-35EB1E5E90DE}" type="presOf" srcId="{3BAB0BBD-6120-4022-A9D4-575A47B22772}" destId="{3ACE8852-1CA5-43BB-8B36-A9896694DFD5}" srcOrd="0" destOrd="0" presId="urn:microsoft.com/office/officeart/2008/layout/LinedList"/>
    <dgm:cxn modelId="{5795080A-120D-4E6C-857F-BE9F6735F74B}" srcId="{D638323A-1454-408E-AC64-BAD0A205FC57}" destId="{DC92631E-293A-43AA-8305-06AEBEF3350F}" srcOrd="4" destOrd="0" parTransId="{9F7CE22F-0242-4BF3-AA61-F08E909BC2BB}" sibTransId="{26947782-BCE1-43CF-840D-DF55CA379FE1}"/>
    <dgm:cxn modelId="{134B890F-A593-4FF1-8630-52C65841707F}" type="presOf" srcId="{FB5E3216-0F4C-41DE-92EB-209A663171C8}" destId="{8F246488-8E06-4946-A6C9-C92DF03C02D8}" srcOrd="0" destOrd="0" presId="urn:microsoft.com/office/officeart/2008/layout/LinedList"/>
    <dgm:cxn modelId="{F228D214-A00D-4447-A9F4-80F76120FB48}" type="presOf" srcId="{4009B8CA-6EA0-404B-8BD6-188D38EA259C}" destId="{A2DB7991-D1BB-473C-990F-92BDB3E499CE}" srcOrd="0" destOrd="0" presId="urn:microsoft.com/office/officeart/2008/layout/LinedList"/>
    <dgm:cxn modelId="{37382C31-92FD-4E9D-A0FB-4AA5AE181083}" type="presOf" srcId="{052DFFCF-D2A8-4D28-9580-102EBF0F4569}" destId="{7BFCC2E8-D37D-4562-9F49-019F1D98D412}" srcOrd="0" destOrd="0" presId="urn:microsoft.com/office/officeart/2008/layout/LinedList"/>
    <dgm:cxn modelId="{6793CE5B-042E-4910-947B-76F4A4EB5B08}" srcId="{D638323A-1454-408E-AC64-BAD0A205FC57}" destId="{4009B8CA-6EA0-404B-8BD6-188D38EA259C}" srcOrd="0" destOrd="0" parTransId="{3569C6B9-3A30-4FF9-9013-2BCEAAD07A8F}" sibTransId="{34119CF6-AB53-4FBB-982B-6B623E113A00}"/>
    <dgm:cxn modelId="{30C65444-D2A0-46D1-87B2-D2F733539916}" srcId="{D638323A-1454-408E-AC64-BAD0A205FC57}" destId="{052DFFCF-D2A8-4D28-9580-102EBF0F4569}" srcOrd="3" destOrd="0" parTransId="{C598A5C2-564B-4E60-9775-5DDBFB665C18}" sibTransId="{58F6F532-29C5-45D1-A438-E42168E1057A}"/>
    <dgm:cxn modelId="{967C2B7E-1C27-4DA4-A5C0-29668DCCA961}" srcId="{D638323A-1454-408E-AC64-BAD0A205FC57}" destId="{3BAB0BBD-6120-4022-A9D4-575A47B22772}" srcOrd="1" destOrd="0" parTransId="{439F885D-78B6-4C9F-9F25-55053FC7072D}" sibTransId="{157C33E0-67CD-444D-9E80-3645D0AB0775}"/>
    <dgm:cxn modelId="{A3DAE6CC-546C-42D0-A878-2569830CA559}" type="presOf" srcId="{DC92631E-293A-43AA-8305-06AEBEF3350F}" destId="{919C31C9-121F-4E4F-BA4B-07289C759168}" srcOrd="0" destOrd="0" presId="urn:microsoft.com/office/officeart/2008/layout/LinedList"/>
    <dgm:cxn modelId="{91EE05CE-CF9F-4BD3-A384-80A44B581BED}" type="presOf" srcId="{D638323A-1454-408E-AC64-BAD0A205FC57}" destId="{BC728FA1-87A0-4A23-A69D-8268657BED1D}" srcOrd="0" destOrd="0" presId="urn:microsoft.com/office/officeart/2008/layout/LinedList"/>
    <dgm:cxn modelId="{A3CB6AF1-A29E-4327-86F8-D35D8B930FA0}" srcId="{D638323A-1454-408E-AC64-BAD0A205FC57}" destId="{FB5E3216-0F4C-41DE-92EB-209A663171C8}" srcOrd="2" destOrd="0" parTransId="{C44E13C1-28A0-4FE9-A311-F6DF6F23D3D4}" sibTransId="{78A1EC8C-3532-4996-831E-50907FDC764D}"/>
    <dgm:cxn modelId="{12BCB053-AC28-4E8A-B36B-5D78FA5A1CC4}" type="presParOf" srcId="{BC728FA1-87A0-4A23-A69D-8268657BED1D}" destId="{FD10C36E-C3B6-485F-88F1-D15BFE372714}" srcOrd="0" destOrd="0" presId="urn:microsoft.com/office/officeart/2008/layout/LinedList"/>
    <dgm:cxn modelId="{687BDF2A-9CE0-41B0-B7B4-0AE724D68900}" type="presParOf" srcId="{BC728FA1-87A0-4A23-A69D-8268657BED1D}" destId="{C5396568-8C5F-482A-AC45-066991AA67D8}" srcOrd="1" destOrd="0" presId="urn:microsoft.com/office/officeart/2008/layout/LinedList"/>
    <dgm:cxn modelId="{F42EFCE9-53DE-4CBA-B261-1EFB43E80559}" type="presParOf" srcId="{C5396568-8C5F-482A-AC45-066991AA67D8}" destId="{A2DB7991-D1BB-473C-990F-92BDB3E499CE}" srcOrd="0" destOrd="0" presId="urn:microsoft.com/office/officeart/2008/layout/LinedList"/>
    <dgm:cxn modelId="{F164A072-9F94-4436-A291-89FFCDC97A00}" type="presParOf" srcId="{C5396568-8C5F-482A-AC45-066991AA67D8}" destId="{51E95E67-D9BC-47B1-8A28-A394AAEB666F}" srcOrd="1" destOrd="0" presId="urn:microsoft.com/office/officeart/2008/layout/LinedList"/>
    <dgm:cxn modelId="{1FDE451D-3090-4792-A896-9D636C93DB94}" type="presParOf" srcId="{BC728FA1-87A0-4A23-A69D-8268657BED1D}" destId="{90BC74BB-B5D5-4625-8619-8FDC0B67F3EA}" srcOrd="2" destOrd="0" presId="urn:microsoft.com/office/officeart/2008/layout/LinedList"/>
    <dgm:cxn modelId="{611DC00B-6C37-484B-9C44-F34160A55EC5}" type="presParOf" srcId="{BC728FA1-87A0-4A23-A69D-8268657BED1D}" destId="{318AF295-C57F-4A18-9F94-17D943A06D05}" srcOrd="3" destOrd="0" presId="urn:microsoft.com/office/officeart/2008/layout/LinedList"/>
    <dgm:cxn modelId="{0806ABE0-5127-4171-978D-A4340CD8FBF3}" type="presParOf" srcId="{318AF295-C57F-4A18-9F94-17D943A06D05}" destId="{3ACE8852-1CA5-43BB-8B36-A9896694DFD5}" srcOrd="0" destOrd="0" presId="urn:microsoft.com/office/officeart/2008/layout/LinedList"/>
    <dgm:cxn modelId="{CA595A4E-05EC-4D3C-8D4D-AA8F55996C75}" type="presParOf" srcId="{318AF295-C57F-4A18-9F94-17D943A06D05}" destId="{AD6E939C-A371-4D99-AEF6-C0714A6359C3}" srcOrd="1" destOrd="0" presId="urn:microsoft.com/office/officeart/2008/layout/LinedList"/>
    <dgm:cxn modelId="{CE583052-B34E-4CEA-98E5-A728E3120ED1}" type="presParOf" srcId="{BC728FA1-87A0-4A23-A69D-8268657BED1D}" destId="{DBD39EB1-A8AC-43DA-A2C9-42FC3AB8367B}" srcOrd="4" destOrd="0" presId="urn:microsoft.com/office/officeart/2008/layout/LinedList"/>
    <dgm:cxn modelId="{F7C3B52F-F574-4881-A74C-98B86847AFA4}" type="presParOf" srcId="{BC728FA1-87A0-4A23-A69D-8268657BED1D}" destId="{CB491002-4145-4414-AB2D-C45DB1B98DB1}" srcOrd="5" destOrd="0" presId="urn:microsoft.com/office/officeart/2008/layout/LinedList"/>
    <dgm:cxn modelId="{0C6C1C21-6CEE-4047-A919-E0F7BD987F97}" type="presParOf" srcId="{CB491002-4145-4414-AB2D-C45DB1B98DB1}" destId="{8F246488-8E06-4946-A6C9-C92DF03C02D8}" srcOrd="0" destOrd="0" presId="urn:microsoft.com/office/officeart/2008/layout/LinedList"/>
    <dgm:cxn modelId="{D95D08CA-DC18-4D72-9AB8-58DB86918FAD}" type="presParOf" srcId="{CB491002-4145-4414-AB2D-C45DB1B98DB1}" destId="{EF2AE689-9114-44A8-9999-56513E14600B}" srcOrd="1" destOrd="0" presId="urn:microsoft.com/office/officeart/2008/layout/LinedList"/>
    <dgm:cxn modelId="{BBBFF760-A13B-4327-A454-4022205B1970}" type="presParOf" srcId="{BC728FA1-87A0-4A23-A69D-8268657BED1D}" destId="{E47C36AD-034D-4092-A6BD-DFE0F4AA0940}" srcOrd="6" destOrd="0" presId="urn:microsoft.com/office/officeart/2008/layout/LinedList"/>
    <dgm:cxn modelId="{7268FD4D-3DAD-42A1-8B15-74A562AF38E5}" type="presParOf" srcId="{BC728FA1-87A0-4A23-A69D-8268657BED1D}" destId="{92F90644-CD30-47B4-BDF5-8133B4C9E80C}" srcOrd="7" destOrd="0" presId="urn:microsoft.com/office/officeart/2008/layout/LinedList"/>
    <dgm:cxn modelId="{C08D08E1-1413-4816-94C3-AA294E613BC2}" type="presParOf" srcId="{92F90644-CD30-47B4-BDF5-8133B4C9E80C}" destId="{7BFCC2E8-D37D-4562-9F49-019F1D98D412}" srcOrd="0" destOrd="0" presId="urn:microsoft.com/office/officeart/2008/layout/LinedList"/>
    <dgm:cxn modelId="{792CB7CF-F1D4-4A23-AA4E-8FA170564880}" type="presParOf" srcId="{92F90644-CD30-47B4-BDF5-8133B4C9E80C}" destId="{ABBC1FB2-B4BC-4A05-AF1F-C3EEF5F1F0FE}" srcOrd="1" destOrd="0" presId="urn:microsoft.com/office/officeart/2008/layout/LinedList"/>
    <dgm:cxn modelId="{CFCF4472-0FEC-4B0F-901F-71EE6462B912}" type="presParOf" srcId="{BC728FA1-87A0-4A23-A69D-8268657BED1D}" destId="{863AD5F5-3A68-4C6B-8AE3-18B9FE0C8EF8}" srcOrd="8" destOrd="0" presId="urn:microsoft.com/office/officeart/2008/layout/LinedList"/>
    <dgm:cxn modelId="{13D473EB-1219-4881-B50E-85D21636CA35}" type="presParOf" srcId="{BC728FA1-87A0-4A23-A69D-8268657BED1D}" destId="{56D87EA1-3348-48A2-9F4E-B57034DE76C6}" srcOrd="9" destOrd="0" presId="urn:microsoft.com/office/officeart/2008/layout/LinedList"/>
    <dgm:cxn modelId="{F2AFBE32-3BAC-430C-B719-33B1918C3CA1}" type="presParOf" srcId="{56D87EA1-3348-48A2-9F4E-B57034DE76C6}" destId="{919C31C9-121F-4E4F-BA4B-07289C759168}" srcOrd="0" destOrd="0" presId="urn:microsoft.com/office/officeart/2008/layout/LinedList"/>
    <dgm:cxn modelId="{B04A1AC6-70B7-43FB-AA67-83C423B62170}" type="presParOf" srcId="{56D87EA1-3348-48A2-9F4E-B57034DE76C6}" destId="{35C70E3A-E5A8-44B6-ABA2-785BAA8D801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D1AD2A6-41CD-4751-BAF5-E58EE9CF5308}"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7A762447-C050-445A-8DB0-D2B3D9BCF37E}">
      <dgm:prSet/>
      <dgm:spPr/>
      <dgm:t>
        <a:bodyPr/>
        <a:lstStyle/>
        <a:p>
          <a:pPr>
            <a:lnSpc>
              <a:spcPct val="100000"/>
            </a:lnSpc>
          </a:pPr>
          <a:r>
            <a:rPr lang="en-US"/>
            <a:t>This is a tool that is used to identify vulnerabilities and weaknesses early on in development</a:t>
          </a:r>
        </a:p>
      </dgm:t>
    </dgm:pt>
    <dgm:pt modelId="{03CE5BA4-27E1-41BD-953D-A25330817A2A}" type="parTrans" cxnId="{1E2876E2-029B-4415-978C-B9DD599650EA}">
      <dgm:prSet/>
      <dgm:spPr/>
      <dgm:t>
        <a:bodyPr/>
        <a:lstStyle/>
        <a:p>
          <a:endParaRPr lang="en-US"/>
        </a:p>
      </dgm:t>
    </dgm:pt>
    <dgm:pt modelId="{D64F0F3E-BFA9-46F3-A411-E75A4E0FC1BE}" type="sibTrans" cxnId="{1E2876E2-029B-4415-978C-B9DD599650EA}">
      <dgm:prSet/>
      <dgm:spPr/>
      <dgm:t>
        <a:bodyPr/>
        <a:lstStyle/>
        <a:p>
          <a:endParaRPr lang="en-US"/>
        </a:p>
      </dgm:t>
    </dgm:pt>
    <dgm:pt modelId="{F8072505-9A00-4789-8341-9A0F3CE925ED}">
      <dgm:prSet/>
      <dgm:spPr/>
      <dgm:t>
        <a:bodyPr/>
        <a:lstStyle/>
        <a:p>
          <a:pPr>
            <a:lnSpc>
              <a:spcPct val="100000"/>
            </a:lnSpc>
          </a:pPr>
          <a:r>
            <a:rPr lang="en-US"/>
            <a:t>Some popular code scanning tools SonarQube, Checkmarx, Semgrep SAST</a:t>
          </a:r>
        </a:p>
      </dgm:t>
    </dgm:pt>
    <dgm:pt modelId="{204142C6-D7C3-41B4-9676-3FED3C975FF3}" type="parTrans" cxnId="{3A56FEA4-8FAF-424E-8229-36CC5CC60993}">
      <dgm:prSet/>
      <dgm:spPr/>
      <dgm:t>
        <a:bodyPr/>
        <a:lstStyle/>
        <a:p>
          <a:endParaRPr lang="en-US"/>
        </a:p>
      </dgm:t>
    </dgm:pt>
    <dgm:pt modelId="{9ED94D70-D1BB-4547-831B-F8FCBE27ECBA}" type="sibTrans" cxnId="{3A56FEA4-8FAF-424E-8229-36CC5CC60993}">
      <dgm:prSet/>
      <dgm:spPr/>
      <dgm:t>
        <a:bodyPr/>
        <a:lstStyle/>
        <a:p>
          <a:endParaRPr lang="en-US"/>
        </a:p>
      </dgm:t>
    </dgm:pt>
    <dgm:pt modelId="{ADBA4E75-8902-4045-BA2D-5A285FAEBC80}" type="pres">
      <dgm:prSet presAssocID="{1D1AD2A6-41CD-4751-BAF5-E58EE9CF5308}" presName="root" presStyleCnt="0">
        <dgm:presLayoutVars>
          <dgm:dir/>
          <dgm:resizeHandles val="exact"/>
        </dgm:presLayoutVars>
      </dgm:prSet>
      <dgm:spPr/>
    </dgm:pt>
    <dgm:pt modelId="{C16AEEA3-D13B-4D7F-8174-926F67AF9A02}" type="pres">
      <dgm:prSet presAssocID="{7A762447-C050-445A-8DB0-D2B3D9BCF37E}" presName="compNode" presStyleCnt="0"/>
      <dgm:spPr/>
    </dgm:pt>
    <dgm:pt modelId="{99598924-9A0E-4603-B86D-A25F8D5D5F9F}" type="pres">
      <dgm:prSet presAssocID="{7A762447-C050-445A-8DB0-D2B3D9BCF37E}"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Light Bulb and Gear"/>
        </a:ext>
      </dgm:extLst>
    </dgm:pt>
    <dgm:pt modelId="{3D707978-003D-4ADD-8662-40F3C2490D4F}" type="pres">
      <dgm:prSet presAssocID="{7A762447-C050-445A-8DB0-D2B3D9BCF37E}" presName="spaceRect" presStyleCnt="0"/>
      <dgm:spPr/>
    </dgm:pt>
    <dgm:pt modelId="{0F259E86-DAAB-4358-AFBE-9508C69BF9AD}" type="pres">
      <dgm:prSet presAssocID="{7A762447-C050-445A-8DB0-D2B3D9BCF37E}" presName="textRect" presStyleLbl="revTx" presStyleIdx="0" presStyleCnt="2">
        <dgm:presLayoutVars>
          <dgm:chMax val="1"/>
          <dgm:chPref val="1"/>
        </dgm:presLayoutVars>
      </dgm:prSet>
      <dgm:spPr/>
    </dgm:pt>
    <dgm:pt modelId="{746D990F-45FB-425F-93AA-179ED4E3B70F}" type="pres">
      <dgm:prSet presAssocID="{D64F0F3E-BFA9-46F3-A411-E75A4E0FC1BE}" presName="sibTrans" presStyleCnt="0"/>
      <dgm:spPr/>
    </dgm:pt>
    <dgm:pt modelId="{B9B875F9-F709-4125-933A-138F6C358D1A}" type="pres">
      <dgm:prSet presAssocID="{F8072505-9A00-4789-8341-9A0F3CE925ED}" presName="compNode" presStyleCnt="0"/>
      <dgm:spPr/>
    </dgm:pt>
    <dgm:pt modelId="{7F965C09-4042-4712-8B8C-7504E6CEE5ED}" type="pres">
      <dgm:prSet presAssocID="{F8072505-9A00-4789-8341-9A0F3CE925ED}"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rcode"/>
        </a:ext>
      </dgm:extLst>
    </dgm:pt>
    <dgm:pt modelId="{BCF40E99-901A-4AD3-8F16-464D1574F25C}" type="pres">
      <dgm:prSet presAssocID="{F8072505-9A00-4789-8341-9A0F3CE925ED}" presName="spaceRect" presStyleCnt="0"/>
      <dgm:spPr/>
    </dgm:pt>
    <dgm:pt modelId="{C151DDB4-A715-4EC6-BDE7-77162B03D4D7}" type="pres">
      <dgm:prSet presAssocID="{F8072505-9A00-4789-8341-9A0F3CE925ED}" presName="textRect" presStyleLbl="revTx" presStyleIdx="1" presStyleCnt="2">
        <dgm:presLayoutVars>
          <dgm:chMax val="1"/>
          <dgm:chPref val="1"/>
        </dgm:presLayoutVars>
      </dgm:prSet>
      <dgm:spPr/>
    </dgm:pt>
  </dgm:ptLst>
  <dgm:cxnLst>
    <dgm:cxn modelId="{40EDF638-D567-44BC-A227-9A35EBB81153}" type="presOf" srcId="{F8072505-9A00-4789-8341-9A0F3CE925ED}" destId="{C151DDB4-A715-4EC6-BDE7-77162B03D4D7}" srcOrd="0" destOrd="0" presId="urn:microsoft.com/office/officeart/2018/2/layout/IconLabelList"/>
    <dgm:cxn modelId="{DE26058D-91C5-4EFE-A959-431D76A65A48}" type="presOf" srcId="{1D1AD2A6-41CD-4751-BAF5-E58EE9CF5308}" destId="{ADBA4E75-8902-4045-BA2D-5A285FAEBC80}" srcOrd="0" destOrd="0" presId="urn:microsoft.com/office/officeart/2018/2/layout/IconLabelList"/>
    <dgm:cxn modelId="{3A56FEA4-8FAF-424E-8229-36CC5CC60993}" srcId="{1D1AD2A6-41CD-4751-BAF5-E58EE9CF5308}" destId="{F8072505-9A00-4789-8341-9A0F3CE925ED}" srcOrd="1" destOrd="0" parTransId="{204142C6-D7C3-41B4-9676-3FED3C975FF3}" sibTransId="{9ED94D70-D1BB-4547-831B-F8FCBE27ECBA}"/>
    <dgm:cxn modelId="{C24327DF-8024-4C5C-8A71-FEF1091E50F1}" type="presOf" srcId="{7A762447-C050-445A-8DB0-D2B3D9BCF37E}" destId="{0F259E86-DAAB-4358-AFBE-9508C69BF9AD}" srcOrd="0" destOrd="0" presId="urn:microsoft.com/office/officeart/2018/2/layout/IconLabelList"/>
    <dgm:cxn modelId="{1E2876E2-029B-4415-978C-B9DD599650EA}" srcId="{1D1AD2A6-41CD-4751-BAF5-E58EE9CF5308}" destId="{7A762447-C050-445A-8DB0-D2B3D9BCF37E}" srcOrd="0" destOrd="0" parTransId="{03CE5BA4-27E1-41BD-953D-A25330817A2A}" sibTransId="{D64F0F3E-BFA9-46F3-A411-E75A4E0FC1BE}"/>
    <dgm:cxn modelId="{DA2C745E-4A3A-4B02-81D2-068006653C8D}" type="presParOf" srcId="{ADBA4E75-8902-4045-BA2D-5A285FAEBC80}" destId="{C16AEEA3-D13B-4D7F-8174-926F67AF9A02}" srcOrd="0" destOrd="0" presId="urn:microsoft.com/office/officeart/2018/2/layout/IconLabelList"/>
    <dgm:cxn modelId="{B0BD8518-307F-4F68-B74A-CB5427283963}" type="presParOf" srcId="{C16AEEA3-D13B-4D7F-8174-926F67AF9A02}" destId="{99598924-9A0E-4603-B86D-A25F8D5D5F9F}" srcOrd="0" destOrd="0" presId="urn:microsoft.com/office/officeart/2018/2/layout/IconLabelList"/>
    <dgm:cxn modelId="{BDF19582-CC62-4E59-A548-62ADAC22B61A}" type="presParOf" srcId="{C16AEEA3-D13B-4D7F-8174-926F67AF9A02}" destId="{3D707978-003D-4ADD-8662-40F3C2490D4F}" srcOrd="1" destOrd="0" presId="urn:microsoft.com/office/officeart/2018/2/layout/IconLabelList"/>
    <dgm:cxn modelId="{F64B0095-FFC1-44C9-BFC9-B83C0490F3B2}" type="presParOf" srcId="{C16AEEA3-D13B-4D7F-8174-926F67AF9A02}" destId="{0F259E86-DAAB-4358-AFBE-9508C69BF9AD}" srcOrd="2" destOrd="0" presId="urn:microsoft.com/office/officeart/2018/2/layout/IconLabelList"/>
    <dgm:cxn modelId="{EB340C94-CBC2-4BAF-B4E5-171C41E95F71}" type="presParOf" srcId="{ADBA4E75-8902-4045-BA2D-5A285FAEBC80}" destId="{746D990F-45FB-425F-93AA-179ED4E3B70F}" srcOrd="1" destOrd="0" presId="urn:microsoft.com/office/officeart/2018/2/layout/IconLabelList"/>
    <dgm:cxn modelId="{0510A10D-6850-4192-AF93-B73635DB85E4}" type="presParOf" srcId="{ADBA4E75-8902-4045-BA2D-5A285FAEBC80}" destId="{B9B875F9-F709-4125-933A-138F6C358D1A}" srcOrd="2" destOrd="0" presId="urn:microsoft.com/office/officeart/2018/2/layout/IconLabelList"/>
    <dgm:cxn modelId="{17FC6B5D-CE8C-4ED6-AFCA-BFB895C5CD6B}" type="presParOf" srcId="{B9B875F9-F709-4125-933A-138F6C358D1A}" destId="{7F965C09-4042-4712-8B8C-7504E6CEE5ED}" srcOrd="0" destOrd="0" presId="urn:microsoft.com/office/officeart/2018/2/layout/IconLabelList"/>
    <dgm:cxn modelId="{FBB87AC4-1D3F-4ECF-8034-C1E6D8E5AB23}" type="presParOf" srcId="{B9B875F9-F709-4125-933A-138F6C358D1A}" destId="{BCF40E99-901A-4AD3-8F16-464D1574F25C}" srcOrd="1" destOrd="0" presId="urn:microsoft.com/office/officeart/2018/2/layout/IconLabelList"/>
    <dgm:cxn modelId="{4B127066-64D4-45F6-BD35-D8C73E992AD0}" type="presParOf" srcId="{B9B875F9-F709-4125-933A-138F6C358D1A}" destId="{C151DDB4-A715-4EC6-BDE7-77162B03D4D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ED1C634-10DB-4067-9363-56DE42203D26}"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AA828C60-EBDD-48E2-A304-0676AFDB81A0}">
      <dgm:prSet/>
      <dgm:spPr/>
      <dgm:t>
        <a:bodyPr/>
        <a:lstStyle/>
        <a:p>
          <a:pPr>
            <a:lnSpc>
              <a:spcPct val="100000"/>
            </a:lnSpc>
          </a:pPr>
          <a:r>
            <a:rPr lang="en-US"/>
            <a:t>Two-factor authentication is a way of providing two forms of identification. Typically, it will be a user sign-in with a user and a password. The second could vary with a code sent to an app, email, or phone with a limited time code sent to it for you to enter and confirm that it is actually you.</a:t>
          </a:r>
        </a:p>
      </dgm:t>
    </dgm:pt>
    <dgm:pt modelId="{275F7314-15B8-4E7B-BDAE-C491A29BD029}" type="parTrans" cxnId="{1CFC7FC2-AD35-4239-9058-C915426CC467}">
      <dgm:prSet/>
      <dgm:spPr/>
      <dgm:t>
        <a:bodyPr/>
        <a:lstStyle/>
        <a:p>
          <a:endParaRPr lang="en-US"/>
        </a:p>
      </dgm:t>
    </dgm:pt>
    <dgm:pt modelId="{B98DE47B-D113-4CC8-B631-660052C00373}" type="sibTrans" cxnId="{1CFC7FC2-AD35-4239-9058-C915426CC467}">
      <dgm:prSet/>
      <dgm:spPr/>
      <dgm:t>
        <a:bodyPr/>
        <a:lstStyle/>
        <a:p>
          <a:pPr>
            <a:lnSpc>
              <a:spcPct val="100000"/>
            </a:lnSpc>
          </a:pPr>
          <a:endParaRPr lang="en-US"/>
        </a:p>
      </dgm:t>
    </dgm:pt>
    <dgm:pt modelId="{C8CC0D40-5EDE-4E1B-96C1-DEB5A02C0596}">
      <dgm:prSet/>
      <dgm:spPr/>
      <dgm:t>
        <a:bodyPr/>
        <a:lstStyle/>
        <a:p>
          <a:pPr>
            <a:lnSpc>
              <a:spcPct val="100000"/>
            </a:lnSpc>
          </a:pPr>
          <a:r>
            <a:rPr lang="en-US"/>
            <a:t>Two-factor authentication is important for your company developers to use with their accounts. This adds extra security from someone trying to use someone’s login credentials to get access to source code.</a:t>
          </a:r>
        </a:p>
      </dgm:t>
    </dgm:pt>
    <dgm:pt modelId="{C023E52C-8513-4BFD-85E9-EC385804D5FB}" type="parTrans" cxnId="{B327CEFA-7F84-47CF-AF4D-24F829236FA9}">
      <dgm:prSet/>
      <dgm:spPr/>
      <dgm:t>
        <a:bodyPr/>
        <a:lstStyle/>
        <a:p>
          <a:endParaRPr lang="en-US"/>
        </a:p>
      </dgm:t>
    </dgm:pt>
    <dgm:pt modelId="{78806B17-2254-4610-928E-B229F9E82057}" type="sibTrans" cxnId="{B327CEFA-7F84-47CF-AF4D-24F829236FA9}">
      <dgm:prSet/>
      <dgm:spPr/>
      <dgm:t>
        <a:bodyPr/>
        <a:lstStyle/>
        <a:p>
          <a:endParaRPr lang="en-US"/>
        </a:p>
      </dgm:t>
    </dgm:pt>
    <dgm:pt modelId="{60BC43C8-B948-4989-976A-9F65F6D5D39D}" type="pres">
      <dgm:prSet presAssocID="{BED1C634-10DB-4067-9363-56DE42203D26}" presName="root" presStyleCnt="0">
        <dgm:presLayoutVars>
          <dgm:dir/>
          <dgm:resizeHandles val="exact"/>
        </dgm:presLayoutVars>
      </dgm:prSet>
      <dgm:spPr/>
    </dgm:pt>
    <dgm:pt modelId="{59DF9D2D-99F0-4483-B486-6E2AA127B19C}" type="pres">
      <dgm:prSet presAssocID="{BED1C634-10DB-4067-9363-56DE42203D26}" presName="container" presStyleCnt="0">
        <dgm:presLayoutVars>
          <dgm:dir/>
          <dgm:resizeHandles val="exact"/>
        </dgm:presLayoutVars>
      </dgm:prSet>
      <dgm:spPr/>
    </dgm:pt>
    <dgm:pt modelId="{04ACD1C9-8835-49CE-9655-48425FB4CCB7}" type="pres">
      <dgm:prSet presAssocID="{AA828C60-EBDD-48E2-A304-0676AFDB81A0}" presName="compNode" presStyleCnt="0"/>
      <dgm:spPr/>
    </dgm:pt>
    <dgm:pt modelId="{7564ABC1-75D4-4A20-915C-CC39DB8D9538}" type="pres">
      <dgm:prSet presAssocID="{AA828C60-EBDD-48E2-A304-0676AFDB81A0}" presName="iconBgRect" presStyleLbl="bgShp" presStyleIdx="0" presStyleCnt="2"/>
      <dgm:spPr/>
    </dgm:pt>
    <dgm:pt modelId="{6193B37F-7D61-4241-95A9-6FFD757E306A}" type="pres">
      <dgm:prSet presAssocID="{AA828C60-EBDD-48E2-A304-0676AFDB81A0}"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Employee Badge"/>
        </a:ext>
      </dgm:extLst>
    </dgm:pt>
    <dgm:pt modelId="{48B22D72-3866-4FB6-B521-B510D5AFE2CC}" type="pres">
      <dgm:prSet presAssocID="{AA828C60-EBDD-48E2-A304-0676AFDB81A0}" presName="spaceRect" presStyleCnt="0"/>
      <dgm:spPr/>
    </dgm:pt>
    <dgm:pt modelId="{1F4DC2C7-33EE-4151-9367-2DBECA7A4C9A}" type="pres">
      <dgm:prSet presAssocID="{AA828C60-EBDD-48E2-A304-0676AFDB81A0}" presName="textRect" presStyleLbl="revTx" presStyleIdx="0" presStyleCnt="2">
        <dgm:presLayoutVars>
          <dgm:chMax val="1"/>
          <dgm:chPref val="1"/>
        </dgm:presLayoutVars>
      </dgm:prSet>
      <dgm:spPr/>
    </dgm:pt>
    <dgm:pt modelId="{327C14A0-2981-49F5-A649-76C557C7DEAC}" type="pres">
      <dgm:prSet presAssocID="{B98DE47B-D113-4CC8-B631-660052C00373}" presName="sibTrans" presStyleLbl="sibTrans2D1" presStyleIdx="0" presStyleCnt="0"/>
      <dgm:spPr/>
    </dgm:pt>
    <dgm:pt modelId="{99CADE6C-B7B5-4522-8D32-354267D690B1}" type="pres">
      <dgm:prSet presAssocID="{C8CC0D40-5EDE-4E1B-96C1-DEB5A02C0596}" presName="compNode" presStyleCnt="0"/>
      <dgm:spPr/>
    </dgm:pt>
    <dgm:pt modelId="{6A85E949-C1B2-4283-A9AD-A61665FC7809}" type="pres">
      <dgm:prSet presAssocID="{C8CC0D40-5EDE-4E1B-96C1-DEB5A02C0596}" presName="iconBgRect" presStyleLbl="bgShp" presStyleIdx="1" presStyleCnt="2"/>
      <dgm:spPr/>
    </dgm:pt>
    <dgm:pt modelId="{B5AC9337-83C9-41A8-9943-72A48A37C9FC}" type="pres">
      <dgm:prSet presAssocID="{C8CC0D40-5EDE-4E1B-96C1-DEB5A02C0596}"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nlock"/>
        </a:ext>
      </dgm:extLst>
    </dgm:pt>
    <dgm:pt modelId="{F67F93FE-0686-4B1F-986F-C3E0E6BABA1C}" type="pres">
      <dgm:prSet presAssocID="{C8CC0D40-5EDE-4E1B-96C1-DEB5A02C0596}" presName="spaceRect" presStyleCnt="0"/>
      <dgm:spPr/>
    </dgm:pt>
    <dgm:pt modelId="{5C53778C-73EE-487E-813F-69C76B52E4E5}" type="pres">
      <dgm:prSet presAssocID="{C8CC0D40-5EDE-4E1B-96C1-DEB5A02C0596}" presName="textRect" presStyleLbl="revTx" presStyleIdx="1" presStyleCnt="2">
        <dgm:presLayoutVars>
          <dgm:chMax val="1"/>
          <dgm:chPref val="1"/>
        </dgm:presLayoutVars>
      </dgm:prSet>
      <dgm:spPr/>
    </dgm:pt>
  </dgm:ptLst>
  <dgm:cxnLst>
    <dgm:cxn modelId="{DC956CA4-7032-4D06-991B-D07A02B2A1C2}" type="presOf" srcId="{BED1C634-10DB-4067-9363-56DE42203D26}" destId="{60BC43C8-B948-4989-976A-9F65F6D5D39D}" srcOrd="0" destOrd="0" presId="urn:microsoft.com/office/officeart/2018/2/layout/IconCircleList"/>
    <dgm:cxn modelId="{2193AFAC-49B9-43B9-8058-B069B3E072A1}" type="presOf" srcId="{B98DE47B-D113-4CC8-B631-660052C00373}" destId="{327C14A0-2981-49F5-A649-76C557C7DEAC}" srcOrd="0" destOrd="0" presId="urn:microsoft.com/office/officeart/2018/2/layout/IconCircleList"/>
    <dgm:cxn modelId="{91B13CBC-58FB-4CD6-9F8C-21710B309A08}" type="presOf" srcId="{AA828C60-EBDD-48E2-A304-0676AFDB81A0}" destId="{1F4DC2C7-33EE-4151-9367-2DBECA7A4C9A}" srcOrd="0" destOrd="0" presId="urn:microsoft.com/office/officeart/2018/2/layout/IconCircleList"/>
    <dgm:cxn modelId="{1CFC7FC2-AD35-4239-9058-C915426CC467}" srcId="{BED1C634-10DB-4067-9363-56DE42203D26}" destId="{AA828C60-EBDD-48E2-A304-0676AFDB81A0}" srcOrd="0" destOrd="0" parTransId="{275F7314-15B8-4E7B-BDAE-C491A29BD029}" sibTransId="{B98DE47B-D113-4CC8-B631-660052C00373}"/>
    <dgm:cxn modelId="{9DA4B5E0-C076-42F9-99FE-9624B6D3A3CC}" type="presOf" srcId="{C8CC0D40-5EDE-4E1B-96C1-DEB5A02C0596}" destId="{5C53778C-73EE-487E-813F-69C76B52E4E5}" srcOrd="0" destOrd="0" presId="urn:microsoft.com/office/officeart/2018/2/layout/IconCircleList"/>
    <dgm:cxn modelId="{B327CEFA-7F84-47CF-AF4D-24F829236FA9}" srcId="{BED1C634-10DB-4067-9363-56DE42203D26}" destId="{C8CC0D40-5EDE-4E1B-96C1-DEB5A02C0596}" srcOrd="1" destOrd="0" parTransId="{C023E52C-8513-4BFD-85E9-EC385804D5FB}" sibTransId="{78806B17-2254-4610-928E-B229F9E82057}"/>
    <dgm:cxn modelId="{7DE06F77-E9C0-4336-AF66-D428BA3CBBDE}" type="presParOf" srcId="{60BC43C8-B948-4989-976A-9F65F6D5D39D}" destId="{59DF9D2D-99F0-4483-B486-6E2AA127B19C}" srcOrd="0" destOrd="0" presId="urn:microsoft.com/office/officeart/2018/2/layout/IconCircleList"/>
    <dgm:cxn modelId="{26A90349-E349-48A8-B153-4248F6229718}" type="presParOf" srcId="{59DF9D2D-99F0-4483-B486-6E2AA127B19C}" destId="{04ACD1C9-8835-49CE-9655-48425FB4CCB7}" srcOrd="0" destOrd="0" presId="urn:microsoft.com/office/officeart/2018/2/layout/IconCircleList"/>
    <dgm:cxn modelId="{511DEE68-05D4-4901-8470-5493BF419678}" type="presParOf" srcId="{04ACD1C9-8835-49CE-9655-48425FB4CCB7}" destId="{7564ABC1-75D4-4A20-915C-CC39DB8D9538}" srcOrd="0" destOrd="0" presId="urn:microsoft.com/office/officeart/2018/2/layout/IconCircleList"/>
    <dgm:cxn modelId="{47C76B4D-7776-465B-83A3-EF695077D88D}" type="presParOf" srcId="{04ACD1C9-8835-49CE-9655-48425FB4CCB7}" destId="{6193B37F-7D61-4241-95A9-6FFD757E306A}" srcOrd="1" destOrd="0" presId="urn:microsoft.com/office/officeart/2018/2/layout/IconCircleList"/>
    <dgm:cxn modelId="{4341424D-4EC0-4F7E-8EFE-24A63C94830D}" type="presParOf" srcId="{04ACD1C9-8835-49CE-9655-48425FB4CCB7}" destId="{48B22D72-3866-4FB6-B521-B510D5AFE2CC}" srcOrd="2" destOrd="0" presId="urn:microsoft.com/office/officeart/2018/2/layout/IconCircleList"/>
    <dgm:cxn modelId="{EC6BF05B-8742-4261-8B38-0A0047CE849D}" type="presParOf" srcId="{04ACD1C9-8835-49CE-9655-48425FB4CCB7}" destId="{1F4DC2C7-33EE-4151-9367-2DBECA7A4C9A}" srcOrd="3" destOrd="0" presId="urn:microsoft.com/office/officeart/2018/2/layout/IconCircleList"/>
    <dgm:cxn modelId="{02927BD8-0A65-4894-AD22-DEBDB186169D}" type="presParOf" srcId="{59DF9D2D-99F0-4483-B486-6E2AA127B19C}" destId="{327C14A0-2981-49F5-A649-76C557C7DEAC}" srcOrd="1" destOrd="0" presId="urn:microsoft.com/office/officeart/2018/2/layout/IconCircleList"/>
    <dgm:cxn modelId="{E2D488A1-7D9B-4BA5-A371-089000C5BEC4}" type="presParOf" srcId="{59DF9D2D-99F0-4483-B486-6E2AA127B19C}" destId="{99CADE6C-B7B5-4522-8D32-354267D690B1}" srcOrd="2" destOrd="0" presId="urn:microsoft.com/office/officeart/2018/2/layout/IconCircleList"/>
    <dgm:cxn modelId="{985DDD25-9B7D-44FF-BBE6-95CD581C2585}" type="presParOf" srcId="{99CADE6C-B7B5-4522-8D32-354267D690B1}" destId="{6A85E949-C1B2-4283-A9AD-A61665FC7809}" srcOrd="0" destOrd="0" presId="urn:microsoft.com/office/officeart/2018/2/layout/IconCircleList"/>
    <dgm:cxn modelId="{F64422A6-C549-4499-A355-2605828319DC}" type="presParOf" srcId="{99CADE6C-B7B5-4522-8D32-354267D690B1}" destId="{B5AC9337-83C9-41A8-9943-72A48A37C9FC}" srcOrd="1" destOrd="0" presId="urn:microsoft.com/office/officeart/2018/2/layout/IconCircleList"/>
    <dgm:cxn modelId="{A0BEFE26-102B-43D9-84EA-549929270913}" type="presParOf" srcId="{99CADE6C-B7B5-4522-8D32-354267D690B1}" destId="{F67F93FE-0686-4B1F-986F-C3E0E6BABA1C}" srcOrd="2" destOrd="0" presId="urn:microsoft.com/office/officeart/2018/2/layout/IconCircleList"/>
    <dgm:cxn modelId="{A7294A02-02F6-4F86-9EB7-8715CEF1389F}" type="presParOf" srcId="{99CADE6C-B7B5-4522-8D32-354267D690B1}" destId="{5C53778C-73EE-487E-813F-69C76B52E4E5}"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8DC2445-3449-4386-83FE-F667EC83A91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7BAEC48-9C55-4894-A170-B90AE487F06B}">
      <dgm:prSet/>
      <dgm:spPr/>
      <dgm:t>
        <a:bodyPr/>
        <a:lstStyle/>
        <a:p>
          <a:pPr>
            <a:lnSpc>
              <a:spcPct val="100000"/>
            </a:lnSpc>
          </a:pPr>
          <a:r>
            <a:rPr lang="en-US"/>
            <a:t>You want to ensure proper source code protection plans with your developers and subcontractors. </a:t>
          </a:r>
        </a:p>
      </dgm:t>
    </dgm:pt>
    <dgm:pt modelId="{EEABDF58-D6B6-44A4-B6BC-C54E85033C90}" type="parTrans" cxnId="{A3DA2809-D766-4942-A3B0-6547F9B7B229}">
      <dgm:prSet/>
      <dgm:spPr/>
      <dgm:t>
        <a:bodyPr/>
        <a:lstStyle/>
        <a:p>
          <a:endParaRPr lang="en-US"/>
        </a:p>
      </dgm:t>
    </dgm:pt>
    <dgm:pt modelId="{C34D7F39-C200-4C14-A72C-59E7802A95A2}" type="sibTrans" cxnId="{A3DA2809-D766-4942-A3B0-6547F9B7B229}">
      <dgm:prSet/>
      <dgm:spPr/>
      <dgm:t>
        <a:bodyPr/>
        <a:lstStyle/>
        <a:p>
          <a:endParaRPr lang="en-US"/>
        </a:p>
      </dgm:t>
    </dgm:pt>
    <dgm:pt modelId="{156169F8-FBC3-4411-B91E-C08EEADED97F}">
      <dgm:prSet/>
      <dgm:spPr/>
      <dgm:t>
        <a:bodyPr/>
        <a:lstStyle/>
        <a:p>
          <a:pPr>
            <a:lnSpc>
              <a:spcPct val="100000"/>
            </a:lnSpc>
          </a:pPr>
          <a:r>
            <a:rPr lang="en-US"/>
            <a:t>These planned policies will be implemented in code reviews, on how to handle vulnerabilities, and will act as guidelines for implementing third-party libraries.</a:t>
          </a:r>
        </a:p>
      </dgm:t>
    </dgm:pt>
    <dgm:pt modelId="{D047B545-914B-4931-AD17-CEF8B71DF1E0}" type="parTrans" cxnId="{BE447E5B-6A39-40AA-8822-2565CAAD57B3}">
      <dgm:prSet/>
      <dgm:spPr/>
      <dgm:t>
        <a:bodyPr/>
        <a:lstStyle/>
        <a:p>
          <a:endParaRPr lang="en-US"/>
        </a:p>
      </dgm:t>
    </dgm:pt>
    <dgm:pt modelId="{4741DE04-7DC3-4761-9A6C-3FE983DAA2CF}" type="sibTrans" cxnId="{BE447E5B-6A39-40AA-8822-2565CAAD57B3}">
      <dgm:prSet/>
      <dgm:spPr/>
      <dgm:t>
        <a:bodyPr/>
        <a:lstStyle/>
        <a:p>
          <a:endParaRPr lang="en-US"/>
        </a:p>
      </dgm:t>
    </dgm:pt>
    <dgm:pt modelId="{EC60D95C-BE5D-4249-8AC4-AE9BB9E0B0C7}">
      <dgm:prSet/>
      <dgm:spPr/>
      <dgm:t>
        <a:bodyPr/>
        <a:lstStyle/>
        <a:p>
          <a:pPr>
            <a:lnSpc>
              <a:spcPct val="100000"/>
            </a:lnSpc>
          </a:pPr>
          <a:r>
            <a:rPr lang="en-US"/>
            <a:t>Then, proper plans should be made for remote developers.  As they will have to go through a bit more loops to ensure the source code is kept secure.</a:t>
          </a:r>
        </a:p>
      </dgm:t>
    </dgm:pt>
    <dgm:pt modelId="{28568D69-F488-4951-9ABD-84EE83A3D558}" type="parTrans" cxnId="{C91445D3-086C-420C-9AD3-2098B63EE84D}">
      <dgm:prSet/>
      <dgm:spPr/>
      <dgm:t>
        <a:bodyPr/>
        <a:lstStyle/>
        <a:p>
          <a:endParaRPr lang="en-US"/>
        </a:p>
      </dgm:t>
    </dgm:pt>
    <dgm:pt modelId="{F5876251-7752-4615-ABDE-01DC28858376}" type="sibTrans" cxnId="{C91445D3-086C-420C-9AD3-2098B63EE84D}">
      <dgm:prSet/>
      <dgm:spPr/>
      <dgm:t>
        <a:bodyPr/>
        <a:lstStyle/>
        <a:p>
          <a:endParaRPr lang="en-US"/>
        </a:p>
      </dgm:t>
    </dgm:pt>
    <dgm:pt modelId="{6CC606BD-036B-48E5-A9F4-EBF885B1CA05}" type="pres">
      <dgm:prSet presAssocID="{B8DC2445-3449-4386-83FE-F667EC83A91B}" presName="root" presStyleCnt="0">
        <dgm:presLayoutVars>
          <dgm:dir/>
          <dgm:resizeHandles val="exact"/>
        </dgm:presLayoutVars>
      </dgm:prSet>
      <dgm:spPr/>
    </dgm:pt>
    <dgm:pt modelId="{8F28CF24-08E6-4CF4-BD9D-C254647C39B3}" type="pres">
      <dgm:prSet presAssocID="{87BAEC48-9C55-4894-A170-B90AE487F06B}" presName="compNode" presStyleCnt="0"/>
      <dgm:spPr/>
    </dgm:pt>
    <dgm:pt modelId="{42A91387-3676-49CA-877B-5269087CDE6D}" type="pres">
      <dgm:prSet presAssocID="{87BAEC48-9C55-4894-A170-B90AE487F06B}" presName="bgRect" presStyleLbl="bgShp" presStyleIdx="0" presStyleCnt="3"/>
      <dgm:spPr/>
    </dgm:pt>
    <dgm:pt modelId="{13D247A7-66E4-45CC-89D5-F051EE7BA255}" type="pres">
      <dgm:prSet presAssocID="{87BAEC48-9C55-4894-A170-B90AE487F06B}"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onstruction Worker"/>
        </a:ext>
      </dgm:extLst>
    </dgm:pt>
    <dgm:pt modelId="{A6A0B2B0-3092-4E43-9300-EB303DCA7BC7}" type="pres">
      <dgm:prSet presAssocID="{87BAEC48-9C55-4894-A170-B90AE487F06B}" presName="spaceRect" presStyleCnt="0"/>
      <dgm:spPr/>
    </dgm:pt>
    <dgm:pt modelId="{B2CBB1D2-E055-4559-A445-4D5FC466272C}" type="pres">
      <dgm:prSet presAssocID="{87BAEC48-9C55-4894-A170-B90AE487F06B}" presName="parTx" presStyleLbl="revTx" presStyleIdx="0" presStyleCnt="3">
        <dgm:presLayoutVars>
          <dgm:chMax val="0"/>
          <dgm:chPref val="0"/>
        </dgm:presLayoutVars>
      </dgm:prSet>
      <dgm:spPr/>
    </dgm:pt>
    <dgm:pt modelId="{1D72245E-FC26-491C-A03F-19F62A8BCE0B}" type="pres">
      <dgm:prSet presAssocID="{C34D7F39-C200-4C14-A72C-59E7802A95A2}" presName="sibTrans" presStyleCnt="0"/>
      <dgm:spPr/>
    </dgm:pt>
    <dgm:pt modelId="{3ABFFD57-0866-4E27-B4FE-882B2134CF3F}" type="pres">
      <dgm:prSet presAssocID="{156169F8-FBC3-4411-B91E-C08EEADED97F}" presName="compNode" presStyleCnt="0"/>
      <dgm:spPr/>
    </dgm:pt>
    <dgm:pt modelId="{406CF1BE-0F3C-48F1-9C8A-3882CD56DCA0}" type="pres">
      <dgm:prSet presAssocID="{156169F8-FBC3-4411-B91E-C08EEADED97F}" presName="bgRect" presStyleLbl="bgShp" presStyleIdx="1" presStyleCnt="3"/>
      <dgm:spPr/>
    </dgm:pt>
    <dgm:pt modelId="{C89929F3-02A8-49A2-8401-13CD299C0F17}" type="pres">
      <dgm:prSet presAssocID="{156169F8-FBC3-4411-B91E-C08EEADED97F}"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Irritant"/>
        </a:ext>
      </dgm:extLst>
    </dgm:pt>
    <dgm:pt modelId="{94C90DA0-CDBE-4069-B6F8-339A9BBF9957}" type="pres">
      <dgm:prSet presAssocID="{156169F8-FBC3-4411-B91E-C08EEADED97F}" presName="spaceRect" presStyleCnt="0"/>
      <dgm:spPr/>
    </dgm:pt>
    <dgm:pt modelId="{456F6A75-1439-4327-A48B-70D5220DE11E}" type="pres">
      <dgm:prSet presAssocID="{156169F8-FBC3-4411-B91E-C08EEADED97F}" presName="parTx" presStyleLbl="revTx" presStyleIdx="1" presStyleCnt="3">
        <dgm:presLayoutVars>
          <dgm:chMax val="0"/>
          <dgm:chPref val="0"/>
        </dgm:presLayoutVars>
      </dgm:prSet>
      <dgm:spPr/>
    </dgm:pt>
    <dgm:pt modelId="{44BC4651-1626-4AC0-A920-F60A08DAB5CC}" type="pres">
      <dgm:prSet presAssocID="{4741DE04-7DC3-4761-9A6C-3FE983DAA2CF}" presName="sibTrans" presStyleCnt="0"/>
      <dgm:spPr/>
    </dgm:pt>
    <dgm:pt modelId="{1E98DD8B-241B-4AB2-9C8D-2479A65175EF}" type="pres">
      <dgm:prSet presAssocID="{EC60D95C-BE5D-4249-8AC4-AE9BB9E0B0C7}" presName="compNode" presStyleCnt="0"/>
      <dgm:spPr/>
    </dgm:pt>
    <dgm:pt modelId="{6AD992C8-8F88-4D05-A7E0-003C73240659}" type="pres">
      <dgm:prSet presAssocID="{EC60D95C-BE5D-4249-8AC4-AE9BB9E0B0C7}" presName="bgRect" presStyleLbl="bgShp" presStyleIdx="2" presStyleCnt="3"/>
      <dgm:spPr/>
    </dgm:pt>
    <dgm:pt modelId="{7DF81541-7CE7-4AF1-98D4-67F811B52458}" type="pres">
      <dgm:prSet presAssocID="{EC60D95C-BE5D-4249-8AC4-AE9BB9E0B0C7}"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Flowchart"/>
        </a:ext>
      </dgm:extLst>
    </dgm:pt>
    <dgm:pt modelId="{5DC11E82-94FA-4587-9DA4-BCCD569EC1D4}" type="pres">
      <dgm:prSet presAssocID="{EC60D95C-BE5D-4249-8AC4-AE9BB9E0B0C7}" presName="spaceRect" presStyleCnt="0"/>
      <dgm:spPr/>
    </dgm:pt>
    <dgm:pt modelId="{3A085ED4-7A8E-4A88-AE3A-5A92F86FF175}" type="pres">
      <dgm:prSet presAssocID="{EC60D95C-BE5D-4249-8AC4-AE9BB9E0B0C7}" presName="parTx" presStyleLbl="revTx" presStyleIdx="2" presStyleCnt="3">
        <dgm:presLayoutVars>
          <dgm:chMax val="0"/>
          <dgm:chPref val="0"/>
        </dgm:presLayoutVars>
      </dgm:prSet>
      <dgm:spPr/>
    </dgm:pt>
  </dgm:ptLst>
  <dgm:cxnLst>
    <dgm:cxn modelId="{A3DA2809-D766-4942-A3B0-6547F9B7B229}" srcId="{B8DC2445-3449-4386-83FE-F667EC83A91B}" destId="{87BAEC48-9C55-4894-A170-B90AE487F06B}" srcOrd="0" destOrd="0" parTransId="{EEABDF58-D6B6-44A4-B6BC-C54E85033C90}" sibTransId="{C34D7F39-C200-4C14-A72C-59E7802A95A2}"/>
    <dgm:cxn modelId="{BE447E5B-6A39-40AA-8822-2565CAAD57B3}" srcId="{B8DC2445-3449-4386-83FE-F667EC83A91B}" destId="{156169F8-FBC3-4411-B91E-C08EEADED97F}" srcOrd="1" destOrd="0" parTransId="{D047B545-914B-4931-AD17-CEF8B71DF1E0}" sibTransId="{4741DE04-7DC3-4761-9A6C-3FE983DAA2CF}"/>
    <dgm:cxn modelId="{EF3ADC69-48A9-4B63-899E-F6FE0ED30CD0}" type="presOf" srcId="{87BAEC48-9C55-4894-A170-B90AE487F06B}" destId="{B2CBB1D2-E055-4559-A445-4D5FC466272C}" srcOrd="0" destOrd="0" presId="urn:microsoft.com/office/officeart/2018/2/layout/IconVerticalSolidList"/>
    <dgm:cxn modelId="{63FC91AE-35A0-4217-A509-444B19E3EF84}" type="presOf" srcId="{EC60D95C-BE5D-4249-8AC4-AE9BB9E0B0C7}" destId="{3A085ED4-7A8E-4A88-AE3A-5A92F86FF175}" srcOrd="0" destOrd="0" presId="urn:microsoft.com/office/officeart/2018/2/layout/IconVerticalSolidList"/>
    <dgm:cxn modelId="{C91445D3-086C-420C-9AD3-2098B63EE84D}" srcId="{B8DC2445-3449-4386-83FE-F667EC83A91B}" destId="{EC60D95C-BE5D-4249-8AC4-AE9BB9E0B0C7}" srcOrd="2" destOrd="0" parTransId="{28568D69-F488-4951-9ABD-84EE83A3D558}" sibTransId="{F5876251-7752-4615-ABDE-01DC28858376}"/>
    <dgm:cxn modelId="{224997D7-4504-4E3F-A388-C7EBA1BBA7D5}" type="presOf" srcId="{156169F8-FBC3-4411-B91E-C08EEADED97F}" destId="{456F6A75-1439-4327-A48B-70D5220DE11E}" srcOrd="0" destOrd="0" presId="urn:microsoft.com/office/officeart/2018/2/layout/IconVerticalSolidList"/>
    <dgm:cxn modelId="{33D96AF0-9B28-42C1-B808-972E8A603D3B}" type="presOf" srcId="{B8DC2445-3449-4386-83FE-F667EC83A91B}" destId="{6CC606BD-036B-48E5-A9F4-EBF885B1CA05}" srcOrd="0" destOrd="0" presId="urn:microsoft.com/office/officeart/2018/2/layout/IconVerticalSolidList"/>
    <dgm:cxn modelId="{D53D6931-DDAB-4BBB-8EB9-5F79FBFE3310}" type="presParOf" srcId="{6CC606BD-036B-48E5-A9F4-EBF885B1CA05}" destId="{8F28CF24-08E6-4CF4-BD9D-C254647C39B3}" srcOrd="0" destOrd="0" presId="urn:microsoft.com/office/officeart/2018/2/layout/IconVerticalSolidList"/>
    <dgm:cxn modelId="{F6A06FB1-626A-4E81-ADB4-958806F1A404}" type="presParOf" srcId="{8F28CF24-08E6-4CF4-BD9D-C254647C39B3}" destId="{42A91387-3676-49CA-877B-5269087CDE6D}" srcOrd="0" destOrd="0" presId="urn:microsoft.com/office/officeart/2018/2/layout/IconVerticalSolidList"/>
    <dgm:cxn modelId="{070F1E83-BBEF-4AC5-AEE5-C6B8D53686A5}" type="presParOf" srcId="{8F28CF24-08E6-4CF4-BD9D-C254647C39B3}" destId="{13D247A7-66E4-45CC-89D5-F051EE7BA255}" srcOrd="1" destOrd="0" presId="urn:microsoft.com/office/officeart/2018/2/layout/IconVerticalSolidList"/>
    <dgm:cxn modelId="{3E360B08-6B30-415D-B1AB-E9875228A68F}" type="presParOf" srcId="{8F28CF24-08E6-4CF4-BD9D-C254647C39B3}" destId="{A6A0B2B0-3092-4E43-9300-EB303DCA7BC7}" srcOrd="2" destOrd="0" presId="urn:microsoft.com/office/officeart/2018/2/layout/IconVerticalSolidList"/>
    <dgm:cxn modelId="{F035FCC4-9EC5-4330-B3B9-C40227A83075}" type="presParOf" srcId="{8F28CF24-08E6-4CF4-BD9D-C254647C39B3}" destId="{B2CBB1D2-E055-4559-A445-4D5FC466272C}" srcOrd="3" destOrd="0" presId="urn:microsoft.com/office/officeart/2018/2/layout/IconVerticalSolidList"/>
    <dgm:cxn modelId="{7FF14049-2068-49B0-BCA1-B8EE22C8BD43}" type="presParOf" srcId="{6CC606BD-036B-48E5-A9F4-EBF885B1CA05}" destId="{1D72245E-FC26-491C-A03F-19F62A8BCE0B}" srcOrd="1" destOrd="0" presId="urn:microsoft.com/office/officeart/2018/2/layout/IconVerticalSolidList"/>
    <dgm:cxn modelId="{17FFDA25-E502-4072-BC2D-56229F1D7E3D}" type="presParOf" srcId="{6CC606BD-036B-48E5-A9F4-EBF885B1CA05}" destId="{3ABFFD57-0866-4E27-B4FE-882B2134CF3F}" srcOrd="2" destOrd="0" presId="urn:microsoft.com/office/officeart/2018/2/layout/IconVerticalSolidList"/>
    <dgm:cxn modelId="{7C10ABE5-455D-471D-93FB-DB07B641A390}" type="presParOf" srcId="{3ABFFD57-0866-4E27-B4FE-882B2134CF3F}" destId="{406CF1BE-0F3C-48F1-9C8A-3882CD56DCA0}" srcOrd="0" destOrd="0" presId="urn:microsoft.com/office/officeart/2018/2/layout/IconVerticalSolidList"/>
    <dgm:cxn modelId="{8EB5CC88-F409-4893-A5FE-8E7E8C8C0745}" type="presParOf" srcId="{3ABFFD57-0866-4E27-B4FE-882B2134CF3F}" destId="{C89929F3-02A8-49A2-8401-13CD299C0F17}" srcOrd="1" destOrd="0" presId="urn:microsoft.com/office/officeart/2018/2/layout/IconVerticalSolidList"/>
    <dgm:cxn modelId="{7886EC5D-E676-4DE3-8E12-BF3E77A17062}" type="presParOf" srcId="{3ABFFD57-0866-4E27-B4FE-882B2134CF3F}" destId="{94C90DA0-CDBE-4069-B6F8-339A9BBF9957}" srcOrd="2" destOrd="0" presId="urn:microsoft.com/office/officeart/2018/2/layout/IconVerticalSolidList"/>
    <dgm:cxn modelId="{50CF129C-2A99-48EB-9BE1-57A018998A3F}" type="presParOf" srcId="{3ABFFD57-0866-4E27-B4FE-882B2134CF3F}" destId="{456F6A75-1439-4327-A48B-70D5220DE11E}" srcOrd="3" destOrd="0" presId="urn:microsoft.com/office/officeart/2018/2/layout/IconVerticalSolidList"/>
    <dgm:cxn modelId="{D44BF8C8-8342-4B81-9CCA-B8ACCF3DAFD9}" type="presParOf" srcId="{6CC606BD-036B-48E5-A9F4-EBF885B1CA05}" destId="{44BC4651-1626-4AC0-A920-F60A08DAB5CC}" srcOrd="3" destOrd="0" presId="urn:microsoft.com/office/officeart/2018/2/layout/IconVerticalSolidList"/>
    <dgm:cxn modelId="{43A9327A-135E-4F8E-BA91-0096A33BA5AE}" type="presParOf" srcId="{6CC606BD-036B-48E5-A9F4-EBF885B1CA05}" destId="{1E98DD8B-241B-4AB2-9C8D-2479A65175EF}" srcOrd="4" destOrd="0" presId="urn:microsoft.com/office/officeart/2018/2/layout/IconVerticalSolidList"/>
    <dgm:cxn modelId="{82878FF1-5156-4100-88DE-57D91265E29F}" type="presParOf" srcId="{1E98DD8B-241B-4AB2-9C8D-2479A65175EF}" destId="{6AD992C8-8F88-4D05-A7E0-003C73240659}" srcOrd="0" destOrd="0" presId="urn:microsoft.com/office/officeart/2018/2/layout/IconVerticalSolidList"/>
    <dgm:cxn modelId="{554E5EFF-78E5-449A-B787-7FE1D8F75C1F}" type="presParOf" srcId="{1E98DD8B-241B-4AB2-9C8D-2479A65175EF}" destId="{7DF81541-7CE7-4AF1-98D4-67F811B52458}" srcOrd="1" destOrd="0" presId="urn:microsoft.com/office/officeart/2018/2/layout/IconVerticalSolidList"/>
    <dgm:cxn modelId="{4479CAE5-FF58-48B8-B214-0143F1618C94}" type="presParOf" srcId="{1E98DD8B-241B-4AB2-9C8D-2479A65175EF}" destId="{5DC11E82-94FA-4587-9DA4-BCCD569EC1D4}" srcOrd="2" destOrd="0" presId="urn:microsoft.com/office/officeart/2018/2/layout/IconVerticalSolidList"/>
    <dgm:cxn modelId="{632B88DA-EEE7-4806-9AF3-3300D5EA1DFF}" type="presParOf" srcId="{1E98DD8B-241B-4AB2-9C8D-2479A65175EF}" destId="{3A085ED4-7A8E-4A88-AE3A-5A92F86FF17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D3DAF17-BA75-4DE9-9041-A5D52E407B61}"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61274CDF-0B06-4297-8922-496C193820F5}">
      <dgm:prSet/>
      <dgm:spPr/>
      <dgm:t>
        <a:bodyPr/>
        <a:lstStyle/>
        <a:p>
          <a:r>
            <a:rPr lang="en-US"/>
            <a:t>Encryption tools are a must to protect sensitive data, especially at rest and when transmitted</a:t>
          </a:r>
        </a:p>
      </dgm:t>
    </dgm:pt>
    <dgm:pt modelId="{3C4F3B0F-AB76-4C73-9859-C288877B31B7}" type="parTrans" cxnId="{CAD960A0-751A-409C-8E12-775D8A3815EA}">
      <dgm:prSet/>
      <dgm:spPr/>
      <dgm:t>
        <a:bodyPr/>
        <a:lstStyle/>
        <a:p>
          <a:endParaRPr lang="en-US"/>
        </a:p>
      </dgm:t>
    </dgm:pt>
    <dgm:pt modelId="{BE882D57-568D-476B-8530-E73D8D3A611E}" type="sibTrans" cxnId="{CAD960A0-751A-409C-8E12-775D8A3815EA}">
      <dgm:prSet/>
      <dgm:spPr/>
      <dgm:t>
        <a:bodyPr/>
        <a:lstStyle/>
        <a:p>
          <a:endParaRPr lang="en-US"/>
        </a:p>
      </dgm:t>
    </dgm:pt>
    <dgm:pt modelId="{DDDEC7B7-2EF3-4C9C-845B-0CDA2DB964D5}">
      <dgm:prSet/>
      <dgm:spPr/>
      <dgm:t>
        <a:bodyPr/>
        <a:lstStyle/>
        <a:p>
          <a:r>
            <a:rPr lang="en-US"/>
            <a:t>You can even use encryption to protect key code configurations, passwords, and API keys</a:t>
          </a:r>
        </a:p>
      </dgm:t>
    </dgm:pt>
    <dgm:pt modelId="{7A1DC57A-2C6E-44F8-BB80-3A199D7E2B07}" type="parTrans" cxnId="{637E1A26-A6A6-4D9C-AF6A-0E120D8AFD9D}">
      <dgm:prSet/>
      <dgm:spPr/>
      <dgm:t>
        <a:bodyPr/>
        <a:lstStyle/>
        <a:p>
          <a:endParaRPr lang="en-US"/>
        </a:p>
      </dgm:t>
    </dgm:pt>
    <dgm:pt modelId="{29415EAC-1F5C-4A73-860B-34B8FB9E0AE1}" type="sibTrans" cxnId="{637E1A26-A6A6-4D9C-AF6A-0E120D8AFD9D}">
      <dgm:prSet/>
      <dgm:spPr/>
      <dgm:t>
        <a:bodyPr/>
        <a:lstStyle/>
        <a:p>
          <a:endParaRPr lang="en-US"/>
        </a:p>
      </dgm:t>
    </dgm:pt>
    <dgm:pt modelId="{BDEFBF7F-A4BC-4611-A6C8-9FFEBEF922E3}" type="pres">
      <dgm:prSet presAssocID="{3D3DAF17-BA75-4DE9-9041-A5D52E407B61}" presName="linear" presStyleCnt="0">
        <dgm:presLayoutVars>
          <dgm:animLvl val="lvl"/>
          <dgm:resizeHandles val="exact"/>
        </dgm:presLayoutVars>
      </dgm:prSet>
      <dgm:spPr/>
    </dgm:pt>
    <dgm:pt modelId="{1EA54901-5850-4EED-B2F1-52FE847998AF}" type="pres">
      <dgm:prSet presAssocID="{61274CDF-0B06-4297-8922-496C193820F5}" presName="parentText" presStyleLbl="node1" presStyleIdx="0" presStyleCnt="2">
        <dgm:presLayoutVars>
          <dgm:chMax val="0"/>
          <dgm:bulletEnabled val="1"/>
        </dgm:presLayoutVars>
      </dgm:prSet>
      <dgm:spPr/>
    </dgm:pt>
    <dgm:pt modelId="{5567B60B-8C23-469C-A7CA-0437F1BCD80D}" type="pres">
      <dgm:prSet presAssocID="{BE882D57-568D-476B-8530-E73D8D3A611E}" presName="spacer" presStyleCnt="0"/>
      <dgm:spPr/>
    </dgm:pt>
    <dgm:pt modelId="{AB417485-46D0-4360-9937-F6586292E893}" type="pres">
      <dgm:prSet presAssocID="{DDDEC7B7-2EF3-4C9C-845B-0CDA2DB964D5}" presName="parentText" presStyleLbl="node1" presStyleIdx="1" presStyleCnt="2">
        <dgm:presLayoutVars>
          <dgm:chMax val="0"/>
          <dgm:bulletEnabled val="1"/>
        </dgm:presLayoutVars>
      </dgm:prSet>
      <dgm:spPr/>
    </dgm:pt>
  </dgm:ptLst>
  <dgm:cxnLst>
    <dgm:cxn modelId="{2561AA0C-7026-4EA6-A3A0-60F6F0583C3A}" type="presOf" srcId="{3D3DAF17-BA75-4DE9-9041-A5D52E407B61}" destId="{BDEFBF7F-A4BC-4611-A6C8-9FFEBEF922E3}" srcOrd="0" destOrd="0" presId="urn:microsoft.com/office/officeart/2005/8/layout/vList2"/>
    <dgm:cxn modelId="{637E1A26-A6A6-4D9C-AF6A-0E120D8AFD9D}" srcId="{3D3DAF17-BA75-4DE9-9041-A5D52E407B61}" destId="{DDDEC7B7-2EF3-4C9C-845B-0CDA2DB964D5}" srcOrd="1" destOrd="0" parTransId="{7A1DC57A-2C6E-44F8-BB80-3A199D7E2B07}" sibTransId="{29415EAC-1F5C-4A73-860B-34B8FB9E0AE1}"/>
    <dgm:cxn modelId="{21343A6C-1410-4A28-B165-7F71F99F2C1D}" type="presOf" srcId="{DDDEC7B7-2EF3-4C9C-845B-0CDA2DB964D5}" destId="{AB417485-46D0-4360-9937-F6586292E893}" srcOrd="0" destOrd="0" presId="urn:microsoft.com/office/officeart/2005/8/layout/vList2"/>
    <dgm:cxn modelId="{E5108451-1D97-4074-832E-868C4519F6EA}" type="presOf" srcId="{61274CDF-0B06-4297-8922-496C193820F5}" destId="{1EA54901-5850-4EED-B2F1-52FE847998AF}" srcOrd="0" destOrd="0" presId="urn:microsoft.com/office/officeart/2005/8/layout/vList2"/>
    <dgm:cxn modelId="{CAD960A0-751A-409C-8E12-775D8A3815EA}" srcId="{3D3DAF17-BA75-4DE9-9041-A5D52E407B61}" destId="{61274CDF-0B06-4297-8922-496C193820F5}" srcOrd="0" destOrd="0" parTransId="{3C4F3B0F-AB76-4C73-9859-C288877B31B7}" sibTransId="{BE882D57-568D-476B-8530-E73D8D3A611E}"/>
    <dgm:cxn modelId="{C4ADF46C-A831-46DB-81DE-34E93C809D8E}" type="presParOf" srcId="{BDEFBF7F-A4BC-4611-A6C8-9FFEBEF922E3}" destId="{1EA54901-5850-4EED-B2F1-52FE847998AF}" srcOrd="0" destOrd="0" presId="urn:microsoft.com/office/officeart/2005/8/layout/vList2"/>
    <dgm:cxn modelId="{89A6653E-F9BF-4833-87BB-CDBD9F32B665}" type="presParOf" srcId="{BDEFBF7F-A4BC-4611-A6C8-9FFEBEF922E3}" destId="{5567B60B-8C23-469C-A7CA-0437F1BCD80D}" srcOrd="1" destOrd="0" presId="urn:microsoft.com/office/officeart/2005/8/layout/vList2"/>
    <dgm:cxn modelId="{45B8C4AC-C92E-495C-AC0C-117E8F4EB57E}" type="presParOf" srcId="{BDEFBF7F-A4BC-4611-A6C8-9FFEBEF922E3}" destId="{AB417485-46D0-4360-9937-F6586292E893}"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FF16F8-3BC0-48B2-8C34-5CB964C43612}">
      <dsp:nvSpPr>
        <dsp:cNvPr id="0" name=""/>
        <dsp:cNvSpPr/>
      </dsp:nvSpPr>
      <dsp:spPr>
        <a:xfrm>
          <a:off x="0" y="690453"/>
          <a:ext cx="3102173" cy="1969880"/>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45E038-5085-454B-ACBA-0CD8604897FA}">
      <dsp:nvSpPr>
        <dsp:cNvPr id="0" name=""/>
        <dsp:cNvSpPr/>
      </dsp:nvSpPr>
      <dsp:spPr>
        <a:xfrm>
          <a:off x="344685" y="1017904"/>
          <a:ext cx="3102173" cy="1969880"/>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In 2022, there was an increase of 633% supply chain attacks showing an increase in need of good security</a:t>
          </a:r>
        </a:p>
      </dsp:txBody>
      <dsp:txXfrm>
        <a:off x="402381" y="1075600"/>
        <a:ext cx="2986781" cy="1854488"/>
      </dsp:txXfrm>
    </dsp:sp>
    <dsp:sp modelId="{6100D5C7-2833-4C53-854F-DBD679496C3F}">
      <dsp:nvSpPr>
        <dsp:cNvPr id="0" name=""/>
        <dsp:cNvSpPr/>
      </dsp:nvSpPr>
      <dsp:spPr>
        <a:xfrm>
          <a:off x="3791545" y="690453"/>
          <a:ext cx="3102173" cy="1969880"/>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DBDDBA-40B1-4D22-AD03-AD36988EE954}">
      <dsp:nvSpPr>
        <dsp:cNvPr id="0" name=""/>
        <dsp:cNvSpPr/>
      </dsp:nvSpPr>
      <dsp:spPr>
        <a:xfrm>
          <a:off x="4136231" y="1017904"/>
          <a:ext cx="3102173" cy="1969880"/>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Roughly 43% of cyberattacks target small businesses, making source code security important</a:t>
          </a:r>
        </a:p>
      </dsp:txBody>
      <dsp:txXfrm>
        <a:off x="4193927" y="1075600"/>
        <a:ext cx="2986781" cy="1854488"/>
      </dsp:txXfrm>
    </dsp:sp>
    <dsp:sp modelId="{C39DA0C2-8FC2-475D-8CF9-938CA649193E}">
      <dsp:nvSpPr>
        <dsp:cNvPr id="0" name=""/>
        <dsp:cNvSpPr/>
      </dsp:nvSpPr>
      <dsp:spPr>
        <a:xfrm>
          <a:off x="7583090" y="690453"/>
          <a:ext cx="3102173" cy="1969880"/>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81758C-F19B-48AE-A136-471618FD38F8}">
      <dsp:nvSpPr>
        <dsp:cNvPr id="0" name=""/>
        <dsp:cNvSpPr/>
      </dsp:nvSpPr>
      <dsp:spPr>
        <a:xfrm>
          <a:off x="7927776" y="1017904"/>
          <a:ext cx="3102173" cy="1969880"/>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Risks multiply with companies having remote developers</a:t>
          </a:r>
        </a:p>
      </dsp:txBody>
      <dsp:txXfrm>
        <a:off x="7985472" y="1075600"/>
        <a:ext cx="2986781" cy="18544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10C36E-C3B6-485F-88F1-D15BFE372714}">
      <dsp:nvSpPr>
        <dsp:cNvPr id="0" name=""/>
        <dsp:cNvSpPr/>
      </dsp:nvSpPr>
      <dsp:spPr>
        <a:xfrm>
          <a:off x="0" y="574"/>
          <a:ext cx="7012370" cy="0"/>
        </a:xfrm>
        <a:prstGeom prst="line">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w="12700" cap="rnd" cmpd="sng" algn="ctr">
          <a:solidFill>
            <a:schemeClr val="accent2">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3">
          <a:scrgbClr r="0" g="0" b="0"/>
        </a:fillRef>
        <a:effectRef idx="2">
          <a:scrgbClr r="0" g="0" b="0"/>
        </a:effectRef>
        <a:fontRef idx="minor">
          <a:schemeClr val="lt1"/>
        </a:fontRef>
      </dsp:style>
    </dsp:sp>
    <dsp:sp modelId="{A2DB7991-D1BB-473C-990F-92BDB3E499CE}">
      <dsp:nvSpPr>
        <dsp:cNvPr id="0" name=""/>
        <dsp:cNvSpPr/>
      </dsp:nvSpPr>
      <dsp:spPr>
        <a:xfrm>
          <a:off x="0" y="574"/>
          <a:ext cx="7012370" cy="9415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0" tIns="171450" rIns="171450" bIns="171450" numCol="1" spcCol="1270" anchor="t" anchorCtr="0">
          <a:noAutofit/>
        </a:bodyPr>
        <a:lstStyle/>
        <a:p>
          <a:pPr marL="0" lvl="0" indent="0" algn="l" defTabSz="2000250">
            <a:lnSpc>
              <a:spcPct val="90000"/>
            </a:lnSpc>
            <a:spcBef>
              <a:spcPct val="0"/>
            </a:spcBef>
            <a:spcAft>
              <a:spcPct val="35000"/>
            </a:spcAft>
            <a:buNone/>
          </a:pPr>
          <a:r>
            <a:rPr lang="en-US" sz="4500" kern="1200"/>
            <a:t>Intellectual Property Theft</a:t>
          </a:r>
        </a:p>
      </dsp:txBody>
      <dsp:txXfrm>
        <a:off x="0" y="574"/>
        <a:ext cx="7012370" cy="941596"/>
      </dsp:txXfrm>
    </dsp:sp>
    <dsp:sp modelId="{90BC74BB-B5D5-4625-8619-8FDC0B67F3EA}">
      <dsp:nvSpPr>
        <dsp:cNvPr id="0" name=""/>
        <dsp:cNvSpPr/>
      </dsp:nvSpPr>
      <dsp:spPr>
        <a:xfrm>
          <a:off x="0" y="942171"/>
          <a:ext cx="7012370" cy="0"/>
        </a:xfrm>
        <a:prstGeom prst="line">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w="12700" cap="rnd" cmpd="sng" algn="ctr">
          <a:solidFill>
            <a:schemeClr val="accent3">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3">
          <a:scrgbClr r="0" g="0" b="0"/>
        </a:fillRef>
        <a:effectRef idx="2">
          <a:scrgbClr r="0" g="0" b="0"/>
        </a:effectRef>
        <a:fontRef idx="minor">
          <a:schemeClr val="lt1"/>
        </a:fontRef>
      </dsp:style>
    </dsp:sp>
    <dsp:sp modelId="{3ACE8852-1CA5-43BB-8B36-A9896694DFD5}">
      <dsp:nvSpPr>
        <dsp:cNvPr id="0" name=""/>
        <dsp:cNvSpPr/>
      </dsp:nvSpPr>
      <dsp:spPr>
        <a:xfrm>
          <a:off x="0" y="942171"/>
          <a:ext cx="7012370" cy="9415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0" tIns="171450" rIns="171450" bIns="171450" numCol="1" spcCol="1270" anchor="t" anchorCtr="0">
          <a:noAutofit/>
        </a:bodyPr>
        <a:lstStyle/>
        <a:p>
          <a:pPr marL="0" lvl="0" indent="0" algn="l" defTabSz="2000250">
            <a:lnSpc>
              <a:spcPct val="90000"/>
            </a:lnSpc>
            <a:spcBef>
              <a:spcPct val="0"/>
            </a:spcBef>
            <a:spcAft>
              <a:spcPct val="35000"/>
            </a:spcAft>
            <a:buNone/>
          </a:pPr>
          <a:r>
            <a:rPr lang="en-US" sz="4500" kern="1200"/>
            <a:t>Data breaches</a:t>
          </a:r>
        </a:p>
      </dsp:txBody>
      <dsp:txXfrm>
        <a:off x="0" y="942171"/>
        <a:ext cx="7012370" cy="941596"/>
      </dsp:txXfrm>
    </dsp:sp>
    <dsp:sp modelId="{DBD39EB1-A8AC-43DA-A2C9-42FC3AB8367B}">
      <dsp:nvSpPr>
        <dsp:cNvPr id="0" name=""/>
        <dsp:cNvSpPr/>
      </dsp:nvSpPr>
      <dsp:spPr>
        <a:xfrm>
          <a:off x="0" y="1883767"/>
          <a:ext cx="7012370" cy="0"/>
        </a:xfrm>
        <a:prstGeom prst="line">
          <a:avLst/>
        </a:prstGeom>
        <a:gradFill rotWithShape="0">
          <a:gsLst>
            <a:gs pos="0">
              <a:schemeClr val="accent4">
                <a:hueOff val="0"/>
                <a:satOff val="0"/>
                <a:lumOff val="0"/>
                <a:alphaOff val="0"/>
                <a:tint val="98000"/>
                <a:lumMod val="110000"/>
              </a:schemeClr>
            </a:gs>
            <a:gs pos="84000">
              <a:schemeClr val="accent4">
                <a:hueOff val="0"/>
                <a:satOff val="0"/>
                <a:lumOff val="0"/>
                <a:alphaOff val="0"/>
                <a:shade val="90000"/>
                <a:lumMod val="88000"/>
              </a:schemeClr>
            </a:gs>
          </a:gsLst>
          <a:lin ang="5400000" scaled="0"/>
        </a:gradFill>
        <a:ln w="12700" cap="rnd" cmpd="sng" algn="ctr">
          <a:solidFill>
            <a:schemeClr val="accent4">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3">
          <a:scrgbClr r="0" g="0" b="0"/>
        </a:fillRef>
        <a:effectRef idx="2">
          <a:scrgbClr r="0" g="0" b="0"/>
        </a:effectRef>
        <a:fontRef idx="minor">
          <a:schemeClr val="lt1"/>
        </a:fontRef>
      </dsp:style>
    </dsp:sp>
    <dsp:sp modelId="{8F246488-8E06-4946-A6C9-C92DF03C02D8}">
      <dsp:nvSpPr>
        <dsp:cNvPr id="0" name=""/>
        <dsp:cNvSpPr/>
      </dsp:nvSpPr>
      <dsp:spPr>
        <a:xfrm>
          <a:off x="0" y="1883767"/>
          <a:ext cx="7012370" cy="9415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0" tIns="171450" rIns="171450" bIns="171450" numCol="1" spcCol="1270" anchor="t" anchorCtr="0">
          <a:noAutofit/>
        </a:bodyPr>
        <a:lstStyle/>
        <a:p>
          <a:pPr marL="0" lvl="0" indent="0" algn="l" defTabSz="2000250">
            <a:lnSpc>
              <a:spcPct val="90000"/>
            </a:lnSpc>
            <a:spcBef>
              <a:spcPct val="0"/>
            </a:spcBef>
            <a:spcAft>
              <a:spcPct val="35000"/>
            </a:spcAft>
            <a:buNone/>
          </a:pPr>
          <a:r>
            <a:rPr lang="en-US" sz="4500" kern="1200"/>
            <a:t>Competitive disadvantages</a:t>
          </a:r>
        </a:p>
      </dsp:txBody>
      <dsp:txXfrm>
        <a:off x="0" y="1883767"/>
        <a:ext cx="7012370" cy="941596"/>
      </dsp:txXfrm>
    </dsp:sp>
    <dsp:sp modelId="{E47C36AD-034D-4092-A6BD-DFE0F4AA0940}">
      <dsp:nvSpPr>
        <dsp:cNvPr id="0" name=""/>
        <dsp:cNvSpPr/>
      </dsp:nvSpPr>
      <dsp:spPr>
        <a:xfrm>
          <a:off x="0" y="2825363"/>
          <a:ext cx="7012370" cy="0"/>
        </a:xfrm>
        <a:prstGeom prst="line">
          <a:avLst/>
        </a:prstGeom>
        <a:gradFill rotWithShape="0">
          <a:gsLst>
            <a:gs pos="0">
              <a:schemeClr val="accent5">
                <a:hueOff val="0"/>
                <a:satOff val="0"/>
                <a:lumOff val="0"/>
                <a:alphaOff val="0"/>
                <a:tint val="98000"/>
                <a:lumMod val="110000"/>
              </a:schemeClr>
            </a:gs>
            <a:gs pos="84000">
              <a:schemeClr val="accent5">
                <a:hueOff val="0"/>
                <a:satOff val="0"/>
                <a:lumOff val="0"/>
                <a:alphaOff val="0"/>
                <a:shade val="90000"/>
                <a:lumMod val="88000"/>
              </a:schemeClr>
            </a:gs>
          </a:gsLst>
          <a:lin ang="5400000" scaled="0"/>
        </a:gradFill>
        <a:ln w="12700" cap="rnd" cmpd="sng" algn="ctr">
          <a:solidFill>
            <a:schemeClr val="accent5">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3">
          <a:scrgbClr r="0" g="0" b="0"/>
        </a:fillRef>
        <a:effectRef idx="2">
          <a:scrgbClr r="0" g="0" b="0"/>
        </a:effectRef>
        <a:fontRef idx="minor">
          <a:schemeClr val="lt1"/>
        </a:fontRef>
      </dsp:style>
    </dsp:sp>
    <dsp:sp modelId="{7BFCC2E8-D37D-4562-9F49-019F1D98D412}">
      <dsp:nvSpPr>
        <dsp:cNvPr id="0" name=""/>
        <dsp:cNvSpPr/>
      </dsp:nvSpPr>
      <dsp:spPr>
        <a:xfrm>
          <a:off x="0" y="2825363"/>
          <a:ext cx="7012370" cy="9415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0" tIns="171450" rIns="171450" bIns="171450" numCol="1" spcCol="1270" anchor="t" anchorCtr="0">
          <a:noAutofit/>
        </a:bodyPr>
        <a:lstStyle/>
        <a:p>
          <a:pPr marL="0" lvl="0" indent="0" algn="l" defTabSz="2000250">
            <a:lnSpc>
              <a:spcPct val="90000"/>
            </a:lnSpc>
            <a:spcBef>
              <a:spcPct val="0"/>
            </a:spcBef>
            <a:spcAft>
              <a:spcPct val="35000"/>
            </a:spcAft>
            <a:buNone/>
          </a:pPr>
          <a:r>
            <a:rPr lang="en-US" sz="4500" kern="1200"/>
            <a:t>Reputation damage</a:t>
          </a:r>
        </a:p>
      </dsp:txBody>
      <dsp:txXfrm>
        <a:off x="0" y="2825363"/>
        <a:ext cx="7012370" cy="941596"/>
      </dsp:txXfrm>
    </dsp:sp>
    <dsp:sp modelId="{863AD5F5-3A68-4C6B-8AE3-18B9FE0C8EF8}">
      <dsp:nvSpPr>
        <dsp:cNvPr id="0" name=""/>
        <dsp:cNvSpPr/>
      </dsp:nvSpPr>
      <dsp:spPr>
        <a:xfrm>
          <a:off x="0" y="3766959"/>
          <a:ext cx="7012370" cy="0"/>
        </a:xfrm>
        <a:prstGeom prst="line">
          <a:avLst/>
        </a:prstGeom>
        <a:gradFill rotWithShape="0">
          <a:gsLst>
            <a:gs pos="0">
              <a:schemeClr val="accent6">
                <a:hueOff val="0"/>
                <a:satOff val="0"/>
                <a:lumOff val="0"/>
                <a:alphaOff val="0"/>
                <a:tint val="98000"/>
                <a:lumMod val="110000"/>
              </a:schemeClr>
            </a:gs>
            <a:gs pos="84000">
              <a:schemeClr val="accent6">
                <a:hueOff val="0"/>
                <a:satOff val="0"/>
                <a:lumOff val="0"/>
                <a:alphaOff val="0"/>
                <a:shade val="90000"/>
                <a:lumMod val="88000"/>
              </a:schemeClr>
            </a:gs>
          </a:gsLst>
          <a:lin ang="5400000" scaled="0"/>
        </a:gradFill>
        <a:ln w="12700" cap="rnd" cmpd="sng" algn="ctr">
          <a:solidFill>
            <a:schemeClr val="accent6">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3">
          <a:scrgbClr r="0" g="0" b="0"/>
        </a:fillRef>
        <a:effectRef idx="2">
          <a:scrgbClr r="0" g="0" b="0"/>
        </a:effectRef>
        <a:fontRef idx="minor">
          <a:schemeClr val="lt1"/>
        </a:fontRef>
      </dsp:style>
    </dsp:sp>
    <dsp:sp modelId="{919C31C9-121F-4E4F-BA4B-07289C759168}">
      <dsp:nvSpPr>
        <dsp:cNvPr id="0" name=""/>
        <dsp:cNvSpPr/>
      </dsp:nvSpPr>
      <dsp:spPr>
        <a:xfrm>
          <a:off x="0" y="3766959"/>
          <a:ext cx="7012370" cy="9415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0" tIns="171450" rIns="171450" bIns="171450" numCol="1" spcCol="1270" anchor="t" anchorCtr="0">
          <a:noAutofit/>
        </a:bodyPr>
        <a:lstStyle/>
        <a:p>
          <a:pPr marL="0" lvl="0" indent="0" algn="l" defTabSz="2000250">
            <a:lnSpc>
              <a:spcPct val="90000"/>
            </a:lnSpc>
            <a:spcBef>
              <a:spcPct val="0"/>
            </a:spcBef>
            <a:spcAft>
              <a:spcPct val="35000"/>
            </a:spcAft>
            <a:buNone/>
          </a:pPr>
          <a:r>
            <a:rPr lang="en-US" sz="4500" kern="1200"/>
            <a:t>Legal ramifications</a:t>
          </a:r>
        </a:p>
      </dsp:txBody>
      <dsp:txXfrm>
        <a:off x="0" y="3766959"/>
        <a:ext cx="7012370" cy="9415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598924-9A0E-4603-B86D-A25F8D5D5F9F}">
      <dsp:nvSpPr>
        <dsp:cNvPr id="0" name=""/>
        <dsp:cNvSpPr/>
      </dsp:nvSpPr>
      <dsp:spPr>
        <a:xfrm>
          <a:off x="2004807" y="272013"/>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259E86-DAAB-4358-AFBE-9508C69BF9AD}">
      <dsp:nvSpPr>
        <dsp:cNvPr id="0" name=""/>
        <dsp:cNvSpPr/>
      </dsp:nvSpPr>
      <dsp:spPr>
        <a:xfrm>
          <a:off x="816807" y="2686289"/>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This is a tool that is used to identify vulnerabilities and weaknesses early on in development</a:t>
          </a:r>
        </a:p>
      </dsp:txBody>
      <dsp:txXfrm>
        <a:off x="816807" y="2686289"/>
        <a:ext cx="4320000" cy="720000"/>
      </dsp:txXfrm>
    </dsp:sp>
    <dsp:sp modelId="{7F965C09-4042-4712-8B8C-7504E6CEE5ED}">
      <dsp:nvSpPr>
        <dsp:cNvPr id="0" name=""/>
        <dsp:cNvSpPr/>
      </dsp:nvSpPr>
      <dsp:spPr>
        <a:xfrm>
          <a:off x="7080807" y="272013"/>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51DDB4-A715-4EC6-BDE7-77162B03D4D7}">
      <dsp:nvSpPr>
        <dsp:cNvPr id="0" name=""/>
        <dsp:cNvSpPr/>
      </dsp:nvSpPr>
      <dsp:spPr>
        <a:xfrm>
          <a:off x="5892807" y="2686289"/>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Some popular code scanning tools SonarQube, Checkmarx, Semgrep SAST</a:t>
          </a:r>
        </a:p>
      </dsp:txBody>
      <dsp:txXfrm>
        <a:off x="5892807" y="2686289"/>
        <a:ext cx="432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64ABC1-75D4-4A20-915C-CC39DB8D9538}">
      <dsp:nvSpPr>
        <dsp:cNvPr id="0" name=""/>
        <dsp:cNvSpPr/>
      </dsp:nvSpPr>
      <dsp:spPr>
        <a:xfrm>
          <a:off x="6363" y="1109901"/>
          <a:ext cx="1458500" cy="14585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93B37F-7D61-4241-95A9-6FFD757E306A}">
      <dsp:nvSpPr>
        <dsp:cNvPr id="0" name=""/>
        <dsp:cNvSpPr/>
      </dsp:nvSpPr>
      <dsp:spPr>
        <a:xfrm>
          <a:off x="312648" y="1416186"/>
          <a:ext cx="845930" cy="8459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4DC2C7-33EE-4151-9367-2DBECA7A4C9A}">
      <dsp:nvSpPr>
        <dsp:cNvPr id="0" name=""/>
        <dsp:cNvSpPr/>
      </dsp:nvSpPr>
      <dsp:spPr>
        <a:xfrm>
          <a:off x="1777400" y="1109901"/>
          <a:ext cx="3437893" cy="1458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Two-factor authentication is a way of providing two forms of identification. Typically, it will be a user sign-in with a user and a password. The second could vary with a code sent to an app, email, or phone with a limited time code sent to it for you to enter and confirm that it is actually you.</a:t>
          </a:r>
        </a:p>
      </dsp:txBody>
      <dsp:txXfrm>
        <a:off x="1777400" y="1109901"/>
        <a:ext cx="3437893" cy="1458500"/>
      </dsp:txXfrm>
    </dsp:sp>
    <dsp:sp modelId="{6A85E949-C1B2-4283-A9AD-A61665FC7809}">
      <dsp:nvSpPr>
        <dsp:cNvPr id="0" name=""/>
        <dsp:cNvSpPr/>
      </dsp:nvSpPr>
      <dsp:spPr>
        <a:xfrm>
          <a:off x="5814320" y="1109901"/>
          <a:ext cx="1458500" cy="14585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AC9337-83C9-41A8-9943-72A48A37C9FC}">
      <dsp:nvSpPr>
        <dsp:cNvPr id="0" name=""/>
        <dsp:cNvSpPr/>
      </dsp:nvSpPr>
      <dsp:spPr>
        <a:xfrm>
          <a:off x="6120606" y="1416186"/>
          <a:ext cx="845930" cy="8459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53778C-73EE-487E-813F-69C76B52E4E5}">
      <dsp:nvSpPr>
        <dsp:cNvPr id="0" name=""/>
        <dsp:cNvSpPr/>
      </dsp:nvSpPr>
      <dsp:spPr>
        <a:xfrm>
          <a:off x="7585357" y="1109901"/>
          <a:ext cx="3437893" cy="1458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Two-factor authentication is important for your company developers to use with their accounts. This adds extra security from someone trying to use someone’s login credentials to get access to source code.</a:t>
          </a:r>
        </a:p>
      </dsp:txBody>
      <dsp:txXfrm>
        <a:off x="7585357" y="1109901"/>
        <a:ext cx="3437893" cy="14585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A91387-3676-49CA-877B-5269087CDE6D}">
      <dsp:nvSpPr>
        <dsp:cNvPr id="0" name=""/>
        <dsp:cNvSpPr/>
      </dsp:nvSpPr>
      <dsp:spPr>
        <a:xfrm>
          <a:off x="0" y="449"/>
          <a:ext cx="11029615" cy="10506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D247A7-66E4-45CC-89D5-F051EE7BA255}">
      <dsp:nvSpPr>
        <dsp:cNvPr id="0" name=""/>
        <dsp:cNvSpPr/>
      </dsp:nvSpPr>
      <dsp:spPr>
        <a:xfrm>
          <a:off x="317832" y="236853"/>
          <a:ext cx="577877" cy="57787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2CBB1D2-E055-4559-A445-4D5FC466272C}">
      <dsp:nvSpPr>
        <dsp:cNvPr id="0" name=""/>
        <dsp:cNvSpPr/>
      </dsp:nvSpPr>
      <dsp:spPr>
        <a:xfrm>
          <a:off x="1213543" y="449"/>
          <a:ext cx="9816071" cy="1050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98" tIns="111198" rIns="111198" bIns="111198" numCol="1" spcCol="1270" anchor="ctr" anchorCtr="0">
          <a:noAutofit/>
        </a:bodyPr>
        <a:lstStyle/>
        <a:p>
          <a:pPr marL="0" lvl="0" indent="0" algn="l" defTabSz="1022350">
            <a:lnSpc>
              <a:spcPct val="100000"/>
            </a:lnSpc>
            <a:spcBef>
              <a:spcPct val="0"/>
            </a:spcBef>
            <a:spcAft>
              <a:spcPct val="35000"/>
            </a:spcAft>
            <a:buNone/>
          </a:pPr>
          <a:r>
            <a:rPr lang="en-US" sz="2300" kern="1200"/>
            <a:t>You want to ensure proper source code protection plans with your developers and subcontractors. </a:t>
          </a:r>
        </a:p>
      </dsp:txBody>
      <dsp:txXfrm>
        <a:off x="1213543" y="449"/>
        <a:ext cx="9816071" cy="1050687"/>
      </dsp:txXfrm>
    </dsp:sp>
    <dsp:sp modelId="{406CF1BE-0F3C-48F1-9C8A-3882CD56DCA0}">
      <dsp:nvSpPr>
        <dsp:cNvPr id="0" name=""/>
        <dsp:cNvSpPr/>
      </dsp:nvSpPr>
      <dsp:spPr>
        <a:xfrm>
          <a:off x="0" y="1313807"/>
          <a:ext cx="11029615" cy="10506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9929F3-02A8-49A2-8401-13CD299C0F17}">
      <dsp:nvSpPr>
        <dsp:cNvPr id="0" name=""/>
        <dsp:cNvSpPr/>
      </dsp:nvSpPr>
      <dsp:spPr>
        <a:xfrm>
          <a:off x="317832" y="1550212"/>
          <a:ext cx="577877" cy="57787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6F6A75-1439-4327-A48B-70D5220DE11E}">
      <dsp:nvSpPr>
        <dsp:cNvPr id="0" name=""/>
        <dsp:cNvSpPr/>
      </dsp:nvSpPr>
      <dsp:spPr>
        <a:xfrm>
          <a:off x="1213543" y="1313807"/>
          <a:ext cx="9816071" cy="1050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98" tIns="111198" rIns="111198" bIns="111198" numCol="1" spcCol="1270" anchor="ctr" anchorCtr="0">
          <a:noAutofit/>
        </a:bodyPr>
        <a:lstStyle/>
        <a:p>
          <a:pPr marL="0" lvl="0" indent="0" algn="l" defTabSz="1022350">
            <a:lnSpc>
              <a:spcPct val="100000"/>
            </a:lnSpc>
            <a:spcBef>
              <a:spcPct val="0"/>
            </a:spcBef>
            <a:spcAft>
              <a:spcPct val="35000"/>
            </a:spcAft>
            <a:buNone/>
          </a:pPr>
          <a:r>
            <a:rPr lang="en-US" sz="2300" kern="1200"/>
            <a:t>These planned policies will be implemented in code reviews, on how to handle vulnerabilities, and will act as guidelines for implementing third-party libraries.</a:t>
          </a:r>
        </a:p>
      </dsp:txBody>
      <dsp:txXfrm>
        <a:off x="1213543" y="1313807"/>
        <a:ext cx="9816071" cy="1050687"/>
      </dsp:txXfrm>
    </dsp:sp>
    <dsp:sp modelId="{6AD992C8-8F88-4D05-A7E0-003C73240659}">
      <dsp:nvSpPr>
        <dsp:cNvPr id="0" name=""/>
        <dsp:cNvSpPr/>
      </dsp:nvSpPr>
      <dsp:spPr>
        <a:xfrm>
          <a:off x="0" y="2627166"/>
          <a:ext cx="11029615" cy="10506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F81541-7CE7-4AF1-98D4-67F811B52458}">
      <dsp:nvSpPr>
        <dsp:cNvPr id="0" name=""/>
        <dsp:cNvSpPr/>
      </dsp:nvSpPr>
      <dsp:spPr>
        <a:xfrm>
          <a:off x="317832" y="2863571"/>
          <a:ext cx="577877" cy="57787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085ED4-7A8E-4A88-AE3A-5A92F86FF175}">
      <dsp:nvSpPr>
        <dsp:cNvPr id="0" name=""/>
        <dsp:cNvSpPr/>
      </dsp:nvSpPr>
      <dsp:spPr>
        <a:xfrm>
          <a:off x="1213543" y="2627166"/>
          <a:ext cx="9816071" cy="1050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98" tIns="111198" rIns="111198" bIns="111198" numCol="1" spcCol="1270" anchor="ctr" anchorCtr="0">
          <a:noAutofit/>
        </a:bodyPr>
        <a:lstStyle/>
        <a:p>
          <a:pPr marL="0" lvl="0" indent="0" algn="l" defTabSz="1022350">
            <a:lnSpc>
              <a:spcPct val="100000"/>
            </a:lnSpc>
            <a:spcBef>
              <a:spcPct val="0"/>
            </a:spcBef>
            <a:spcAft>
              <a:spcPct val="35000"/>
            </a:spcAft>
            <a:buNone/>
          </a:pPr>
          <a:r>
            <a:rPr lang="en-US" sz="2300" kern="1200"/>
            <a:t>Then, proper plans should be made for remote developers.  As they will have to go through a bit more loops to ensure the source code is kept secure.</a:t>
          </a:r>
        </a:p>
      </dsp:txBody>
      <dsp:txXfrm>
        <a:off x="1213543" y="2627166"/>
        <a:ext cx="9816071" cy="105068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A54901-5850-4EED-B2F1-52FE847998AF}">
      <dsp:nvSpPr>
        <dsp:cNvPr id="0" name=""/>
        <dsp:cNvSpPr/>
      </dsp:nvSpPr>
      <dsp:spPr>
        <a:xfrm>
          <a:off x="0" y="245055"/>
          <a:ext cx="7012370" cy="2053350"/>
        </a:xfrm>
        <a:prstGeom prst="round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Encryption tools are a must to protect sensitive data, especially at rest and when transmitted</a:t>
          </a:r>
        </a:p>
      </dsp:txBody>
      <dsp:txXfrm>
        <a:off x="100236" y="345291"/>
        <a:ext cx="6811898" cy="1852878"/>
      </dsp:txXfrm>
    </dsp:sp>
    <dsp:sp modelId="{AB417485-46D0-4360-9937-F6586292E893}">
      <dsp:nvSpPr>
        <dsp:cNvPr id="0" name=""/>
        <dsp:cNvSpPr/>
      </dsp:nvSpPr>
      <dsp:spPr>
        <a:xfrm>
          <a:off x="0" y="2410725"/>
          <a:ext cx="7012370" cy="2053350"/>
        </a:xfrm>
        <a:prstGeom prst="roundRect">
          <a:avLst/>
        </a:prstGeom>
        <a:gradFill rotWithShape="0">
          <a:gsLst>
            <a:gs pos="0">
              <a:schemeClr val="accent2">
                <a:hueOff val="1191735"/>
                <a:satOff val="6913"/>
                <a:lumOff val="6864"/>
                <a:alphaOff val="0"/>
                <a:tint val="98000"/>
                <a:lumMod val="110000"/>
              </a:schemeClr>
            </a:gs>
            <a:gs pos="84000">
              <a:schemeClr val="accent2">
                <a:hueOff val="1191735"/>
                <a:satOff val="6913"/>
                <a:lumOff val="6864"/>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You can even use encryption to protect key code configurations, passwords, and API keys</a:t>
          </a:r>
        </a:p>
      </dsp:txBody>
      <dsp:txXfrm>
        <a:off x="100236" y="2510961"/>
        <a:ext cx="6811898" cy="185287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AAF2B7DA-74EB-41CB-9723-9A558DC91FA3}" type="datetimeFigureOut">
              <a:rPr lang="en-US" smtClean="0"/>
              <a:t>10/3/2026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53337E86-DF82-4B3E-AC6B-AED89929BF29}" type="slidenum">
              <a:rPr lang="en-US" smtClean="0"/>
              <a:t>‹#›</a:t>
            </a:fld>
            <a:endParaRPr lang="en-US"/>
          </a:p>
        </p:txBody>
      </p:sp>
    </p:spTree>
    <p:extLst>
      <p:ext uri="{BB962C8B-B14F-4D97-AF65-F5344CB8AC3E}">
        <p14:creationId xmlns:p14="http://schemas.microsoft.com/office/powerpoint/2010/main" val="2351741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F2B7DA-74EB-41CB-9723-9A558DC91FA3}"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53337E86-DF82-4B3E-AC6B-AED89929BF29}" type="slidenum">
              <a:rPr lang="en-US" smtClean="0"/>
              <a:t>‹#›</a:t>
            </a:fld>
            <a:endParaRPr lang="en-US"/>
          </a:p>
        </p:txBody>
      </p:sp>
    </p:spTree>
    <p:extLst>
      <p:ext uri="{BB962C8B-B14F-4D97-AF65-F5344CB8AC3E}">
        <p14:creationId xmlns:p14="http://schemas.microsoft.com/office/powerpoint/2010/main" val="3681176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AAF2B7DA-74EB-41CB-9723-9A558DC91FA3}" type="datetimeFigureOut">
              <a:rPr lang="en-US" smtClean="0"/>
              <a:t>10/3/2026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53337E86-DF82-4B3E-AC6B-AED89929BF29}" type="slidenum">
              <a:rPr lang="en-US" smtClean="0"/>
              <a:t>‹#›</a:t>
            </a:fld>
            <a:endParaRPr lang="en-US"/>
          </a:p>
        </p:txBody>
      </p:sp>
    </p:spTree>
    <p:extLst>
      <p:ext uri="{BB962C8B-B14F-4D97-AF65-F5344CB8AC3E}">
        <p14:creationId xmlns:p14="http://schemas.microsoft.com/office/powerpoint/2010/main" val="3084518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AF2B7DA-74EB-41CB-9723-9A558DC91FA3}"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337E86-DF82-4B3E-AC6B-AED89929BF29}" type="slidenum">
              <a:rPr lang="en-US" smtClean="0"/>
              <a:t>‹#›</a:t>
            </a:fld>
            <a:endParaRPr lang="en-US"/>
          </a:p>
        </p:txBody>
      </p:sp>
    </p:spTree>
    <p:extLst>
      <p:ext uri="{BB962C8B-B14F-4D97-AF65-F5344CB8AC3E}">
        <p14:creationId xmlns:p14="http://schemas.microsoft.com/office/powerpoint/2010/main" val="3581251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AF2B7DA-74EB-41CB-9723-9A558DC91FA3}" type="datetimeFigureOut">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337E86-DF82-4B3E-AC6B-AED89929BF29}" type="slidenum">
              <a:rPr lang="en-US" smtClean="0"/>
              <a:t>‹#›</a:t>
            </a:fld>
            <a:endParaRPr lang="en-US"/>
          </a:p>
        </p:txBody>
      </p:sp>
    </p:spTree>
    <p:extLst>
      <p:ext uri="{BB962C8B-B14F-4D97-AF65-F5344CB8AC3E}">
        <p14:creationId xmlns:p14="http://schemas.microsoft.com/office/powerpoint/2010/main" val="1109146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AF2B7DA-74EB-41CB-9723-9A558DC91FA3}" type="datetimeFigureOut">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337E86-DF82-4B3E-AC6B-AED89929BF29}" type="slidenum">
              <a:rPr lang="en-US" smtClean="0"/>
              <a:t>‹#›</a:t>
            </a:fld>
            <a:endParaRPr lang="en-US"/>
          </a:p>
        </p:txBody>
      </p:sp>
    </p:spTree>
    <p:extLst>
      <p:ext uri="{BB962C8B-B14F-4D97-AF65-F5344CB8AC3E}">
        <p14:creationId xmlns:p14="http://schemas.microsoft.com/office/powerpoint/2010/main" val="2741182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F2B7DA-74EB-41CB-9723-9A558DC91FA3}" type="datetimeFigureOut">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3337E86-DF82-4B3E-AC6B-AED89929BF29}" type="slidenum">
              <a:rPr lang="en-US" smtClean="0"/>
              <a:t>‹#›</a:t>
            </a:fld>
            <a:endParaRPr lang="en-US"/>
          </a:p>
        </p:txBody>
      </p:sp>
    </p:spTree>
    <p:extLst>
      <p:ext uri="{BB962C8B-B14F-4D97-AF65-F5344CB8AC3E}">
        <p14:creationId xmlns:p14="http://schemas.microsoft.com/office/powerpoint/2010/main" val="183644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AAF2B7DA-74EB-41CB-9723-9A558DC91FA3}" type="datetimeFigureOut">
              <a:rPr lang="en-US" smtClean="0"/>
              <a:t>10/3/2026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53337E86-DF82-4B3E-AC6B-AED89929BF29}" type="slidenum">
              <a:rPr lang="en-US" smtClean="0"/>
              <a:t>‹#›</a:t>
            </a:fld>
            <a:endParaRPr lang="en-US"/>
          </a:p>
        </p:txBody>
      </p:sp>
    </p:spTree>
    <p:extLst>
      <p:ext uri="{BB962C8B-B14F-4D97-AF65-F5344CB8AC3E}">
        <p14:creationId xmlns:p14="http://schemas.microsoft.com/office/powerpoint/2010/main" val="1511698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F2B7DA-74EB-41CB-9723-9A558DC91FA3}"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337E86-DF82-4B3E-AC6B-AED89929BF29}" type="slidenum">
              <a:rPr lang="en-US" smtClean="0"/>
              <a:t>‹#›</a:t>
            </a:fld>
            <a:endParaRPr lang="en-US"/>
          </a:p>
        </p:txBody>
      </p:sp>
    </p:spTree>
    <p:extLst>
      <p:ext uri="{BB962C8B-B14F-4D97-AF65-F5344CB8AC3E}">
        <p14:creationId xmlns:p14="http://schemas.microsoft.com/office/powerpoint/2010/main" val="1511125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F2B7DA-74EB-41CB-9723-9A558DC91FA3}"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337E86-DF82-4B3E-AC6B-AED89929BF29}" type="slidenum">
              <a:rPr lang="en-US" smtClean="0"/>
              <a:t>‹#›</a:t>
            </a:fld>
            <a:endParaRPr lang="en-US"/>
          </a:p>
        </p:txBody>
      </p:sp>
    </p:spTree>
    <p:extLst>
      <p:ext uri="{BB962C8B-B14F-4D97-AF65-F5344CB8AC3E}">
        <p14:creationId xmlns:p14="http://schemas.microsoft.com/office/powerpoint/2010/main" val="2060229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AAF2B7DA-74EB-41CB-9723-9A558DC91FA3}" type="datetimeFigureOut">
              <a:rPr lang="en-US" smtClean="0"/>
              <a:t>10/3/2026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53337E86-DF82-4B3E-AC6B-AED89929BF29}" type="slidenum">
              <a:rPr lang="en-US" smtClean="0"/>
              <a:t>‹#›</a:t>
            </a:fld>
            <a:endParaRPr lang="en-US"/>
          </a:p>
        </p:txBody>
      </p:sp>
    </p:spTree>
    <p:extLst>
      <p:ext uri="{BB962C8B-B14F-4D97-AF65-F5344CB8AC3E}">
        <p14:creationId xmlns:p14="http://schemas.microsoft.com/office/powerpoint/2010/main" val="2859578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AAF2B7DA-74EB-41CB-9723-9A558DC91FA3}" type="datetimeFigureOut">
              <a:rPr lang="en-US" smtClean="0"/>
              <a:t>10/3/2026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53337E86-DF82-4B3E-AC6B-AED89929BF29}"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394955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34F34AF-75E7-4149-A3CF-2E483C744F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adlock on computer motherboard">
            <a:extLst>
              <a:ext uri="{FF2B5EF4-FFF2-40B4-BE49-F238E27FC236}">
                <a16:creationId xmlns:a16="http://schemas.microsoft.com/office/drawing/2014/main" id="{AD69A626-1A14-EC2B-C8D8-C01094731CB1}"/>
              </a:ext>
            </a:extLst>
          </p:cNvPr>
          <p:cNvPicPr>
            <a:picLocks noChangeAspect="1"/>
          </p:cNvPicPr>
          <p:nvPr/>
        </p:nvPicPr>
        <p:blipFill>
          <a:blip r:embed="rId2">
            <a:grayscl/>
          </a:blip>
          <a:srcRect t="2266" b="13464"/>
          <a:stretch>
            <a:fillRect/>
          </a:stretch>
        </p:blipFill>
        <p:spPr>
          <a:xfrm>
            <a:off x="20" y="10"/>
            <a:ext cx="12191980" cy="6857990"/>
          </a:xfrm>
          <a:prstGeom prst="rect">
            <a:avLst/>
          </a:prstGeom>
        </p:spPr>
      </p:pic>
      <p:grpSp>
        <p:nvGrpSpPr>
          <p:cNvPr id="11" name="Group 10">
            <a:extLst>
              <a:ext uri="{FF2B5EF4-FFF2-40B4-BE49-F238E27FC236}">
                <a16:creationId xmlns:a16="http://schemas.microsoft.com/office/drawing/2014/main" id="{1654C7F9-AF92-42BD-A713-6B020F63B30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8" y="457200"/>
            <a:ext cx="3703320" cy="5935132"/>
            <a:chOff x="438068" y="457200"/>
            <a:chExt cx="3703320" cy="5935132"/>
          </a:xfrm>
        </p:grpSpPr>
        <p:sp>
          <p:nvSpPr>
            <p:cNvPr id="12" name="Rectangle 11">
              <a:extLst>
                <a:ext uri="{FF2B5EF4-FFF2-40B4-BE49-F238E27FC236}">
                  <a16:creationId xmlns:a16="http://schemas.microsoft.com/office/drawing/2014/main" id="{D4E3B121-1133-4B7A-BF30-80EF7C9F0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618067"/>
              <a:ext cx="3702134"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8C0F23FC-3B0D-4C62-B729-C43F56DC11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35EB8F9E-0326-2376-2ACB-874FC0E9E80B}"/>
              </a:ext>
            </a:extLst>
          </p:cNvPr>
          <p:cNvSpPr>
            <a:spLocks noGrp="1"/>
          </p:cNvSpPr>
          <p:nvPr>
            <p:ph type="ctrTitle"/>
          </p:nvPr>
        </p:nvSpPr>
        <p:spPr>
          <a:xfrm>
            <a:off x="584200" y="2142067"/>
            <a:ext cx="3412067" cy="2971801"/>
          </a:xfrm>
        </p:spPr>
        <p:txBody>
          <a:bodyPr>
            <a:normAutofit/>
          </a:bodyPr>
          <a:lstStyle/>
          <a:p>
            <a:r>
              <a:rPr lang="en-US">
                <a:solidFill>
                  <a:srgbClr val="FFFFFF"/>
                </a:solidFill>
              </a:rPr>
              <a:t>Security Controls in Shared Source Code Repositories</a:t>
            </a:r>
          </a:p>
        </p:txBody>
      </p:sp>
      <p:sp>
        <p:nvSpPr>
          <p:cNvPr id="3" name="Subtitle 2">
            <a:extLst>
              <a:ext uri="{FF2B5EF4-FFF2-40B4-BE49-F238E27FC236}">
                <a16:creationId xmlns:a16="http://schemas.microsoft.com/office/drawing/2014/main" id="{63C8CE98-F997-76C4-3CD4-A695832C606B}"/>
              </a:ext>
            </a:extLst>
          </p:cNvPr>
          <p:cNvSpPr>
            <a:spLocks noGrp="1"/>
          </p:cNvSpPr>
          <p:nvPr>
            <p:ph type="subTitle" idx="1"/>
          </p:nvPr>
        </p:nvSpPr>
        <p:spPr>
          <a:xfrm>
            <a:off x="584200" y="5145513"/>
            <a:ext cx="3412067" cy="738820"/>
          </a:xfrm>
        </p:spPr>
        <p:txBody>
          <a:bodyPr>
            <a:normAutofit/>
          </a:bodyPr>
          <a:lstStyle/>
          <a:p>
            <a:r>
              <a:rPr lang="en-US">
                <a:solidFill>
                  <a:srgbClr val="EBEBEB"/>
                </a:solidFill>
              </a:rPr>
              <a:t>By Noah McCarthy</a:t>
            </a:r>
          </a:p>
        </p:txBody>
      </p:sp>
    </p:spTree>
    <p:extLst>
      <p:ext uri="{BB962C8B-B14F-4D97-AF65-F5344CB8AC3E}">
        <p14:creationId xmlns:p14="http://schemas.microsoft.com/office/powerpoint/2010/main" val="385812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EDC61-6396-C50A-D650-ACC556DD6A21}"/>
              </a:ext>
            </a:extLst>
          </p:cNvPr>
          <p:cNvSpPr>
            <a:spLocks noGrp="1"/>
          </p:cNvSpPr>
          <p:nvPr>
            <p:ph type="title"/>
          </p:nvPr>
        </p:nvSpPr>
        <p:spPr>
          <a:xfrm>
            <a:off x="581192" y="702156"/>
            <a:ext cx="11029616" cy="1013800"/>
          </a:xfrm>
        </p:spPr>
        <p:txBody>
          <a:bodyPr>
            <a:normAutofit/>
          </a:bodyPr>
          <a:lstStyle/>
          <a:p>
            <a:r>
              <a:rPr lang="en-US">
                <a:solidFill>
                  <a:srgbClr val="FFFEFF"/>
                </a:solidFill>
              </a:rPr>
              <a:t>Why do we need security controls?</a:t>
            </a:r>
          </a:p>
        </p:txBody>
      </p:sp>
      <p:graphicFrame>
        <p:nvGraphicFramePr>
          <p:cNvPr id="19" name="Content Placeholder 2">
            <a:extLst>
              <a:ext uri="{FF2B5EF4-FFF2-40B4-BE49-F238E27FC236}">
                <a16:creationId xmlns:a16="http://schemas.microsoft.com/office/drawing/2014/main" id="{C4135B18-E0C7-CC54-EEF2-70CA62FCA2CB}"/>
              </a:ext>
            </a:extLst>
          </p:cNvPr>
          <p:cNvGraphicFramePr>
            <a:graphicFrameLocks noGrp="1"/>
          </p:cNvGraphicFramePr>
          <p:nvPr>
            <p:ph idx="1"/>
            <p:extLst>
              <p:ext uri="{D42A27DB-BD31-4B8C-83A1-F6EECF244321}">
                <p14:modId xmlns:p14="http://schemas.microsoft.com/office/powerpoint/2010/main" val="1955829726"/>
              </p:ext>
            </p:extLst>
          </p:nvPr>
        </p:nvGraphicFramePr>
        <p:xfrm>
          <a:off x="581025" y="2181225"/>
          <a:ext cx="11029950" cy="36782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8377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5F28DDD-9641-43BA-944D-79B0687051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solidFill>
            <a:srgbClr val="FFF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B35291-040B-F0E3-77AF-89B086E38478}"/>
              </a:ext>
            </a:extLst>
          </p:cNvPr>
          <p:cNvSpPr>
            <a:spLocks noGrp="1"/>
          </p:cNvSpPr>
          <p:nvPr>
            <p:ph type="title"/>
          </p:nvPr>
        </p:nvSpPr>
        <p:spPr>
          <a:xfrm>
            <a:off x="746228" y="1037967"/>
            <a:ext cx="3054091" cy="4709131"/>
          </a:xfrm>
        </p:spPr>
        <p:txBody>
          <a:bodyPr anchor="ctr">
            <a:normAutofit/>
          </a:bodyPr>
          <a:lstStyle/>
          <a:p>
            <a:r>
              <a:rPr lang="en-US">
                <a:solidFill>
                  <a:schemeClr val="accent1"/>
                </a:solidFill>
              </a:rPr>
              <a:t>What are the risks?</a:t>
            </a:r>
          </a:p>
        </p:txBody>
      </p:sp>
      <p:sp>
        <p:nvSpPr>
          <p:cNvPr id="11" name="Rectangle 10">
            <a:extLst>
              <a:ext uri="{FF2B5EF4-FFF2-40B4-BE49-F238E27FC236}">
                <a16:creationId xmlns:a16="http://schemas.microsoft.com/office/drawing/2014/main" id="{32AA2954-062E-4B72-A97B-0B066FB156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10CA29A6-E0B1-40CD-ADF7-7B8E932A3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8DD5F866-AD72-475A-B6C6-54E4577D4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C02BAD4C-6EA9-4F10-92D4-A1C8C53DAE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6851" y="723898"/>
            <a:ext cx="7498616" cy="567690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7" name="Content Placeholder 2">
            <a:extLst>
              <a:ext uri="{FF2B5EF4-FFF2-40B4-BE49-F238E27FC236}">
                <a16:creationId xmlns:a16="http://schemas.microsoft.com/office/drawing/2014/main" id="{08330894-081B-D047-ED1A-021685CC1F44}"/>
              </a:ext>
            </a:extLst>
          </p:cNvPr>
          <p:cNvGraphicFramePr>
            <a:graphicFrameLocks noGrp="1"/>
          </p:cNvGraphicFramePr>
          <p:nvPr>
            <p:ph idx="1"/>
            <p:extLst>
              <p:ext uri="{D42A27DB-BD31-4B8C-83A1-F6EECF244321}">
                <p14:modId xmlns:p14="http://schemas.microsoft.com/office/powerpoint/2010/main" val="2069803061"/>
              </p:ext>
            </p:extLst>
          </p:nvPr>
        </p:nvGraphicFramePr>
        <p:xfrm>
          <a:off x="4598438" y="1037967"/>
          <a:ext cx="7012370" cy="4709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96877925"/>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928117C-9446-4E7F-AE62-95E0F6DB5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84D30AFB-4D71-48B0-AA00-28EE92363A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96A0B76F-8010-4C62-B4B6-C5FC438C0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9FC936C0-4624-438D-BDD0-6B296BD6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7" name="Rectangle 16">
            <a:extLst>
              <a:ext uri="{FF2B5EF4-FFF2-40B4-BE49-F238E27FC236}">
                <a16:creationId xmlns:a16="http://schemas.microsoft.com/office/drawing/2014/main" id="{4B526CBF-0AA4-49A9-B305-EE0AF3AF6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Hand holding keys">
            <a:extLst>
              <a:ext uri="{FF2B5EF4-FFF2-40B4-BE49-F238E27FC236}">
                <a16:creationId xmlns:a16="http://schemas.microsoft.com/office/drawing/2014/main" id="{DBB8414A-B533-ACFC-4A04-ED30E42E25C4}"/>
              </a:ext>
            </a:extLst>
          </p:cNvPr>
          <p:cNvPicPr>
            <a:picLocks noChangeAspect="1"/>
          </p:cNvPicPr>
          <p:nvPr/>
        </p:nvPicPr>
        <p:blipFill>
          <a:blip r:embed="rId2"/>
          <a:srcRect t="15329" b="401"/>
          <a:stretch>
            <a:fillRect/>
          </a:stretch>
        </p:blipFill>
        <p:spPr>
          <a:xfrm>
            <a:off x="20" y="10"/>
            <a:ext cx="12191980" cy="6857990"/>
          </a:xfrm>
          <a:prstGeom prst="rect">
            <a:avLst/>
          </a:prstGeom>
        </p:spPr>
      </p:pic>
      <p:grpSp>
        <p:nvGrpSpPr>
          <p:cNvPr id="19" name="Group 18">
            <a:extLst>
              <a:ext uri="{FF2B5EF4-FFF2-40B4-BE49-F238E27FC236}">
                <a16:creationId xmlns:a16="http://schemas.microsoft.com/office/drawing/2014/main" id="{CC8B5139-02E6-4DEA-9CCE-962CAF0AFB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8" y="457200"/>
            <a:ext cx="3703320" cy="5935132"/>
            <a:chOff x="438068" y="457200"/>
            <a:chExt cx="3703320" cy="5935132"/>
          </a:xfrm>
        </p:grpSpPr>
        <p:sp>
          <p:nvSpPr>
            <p:cNvPr id="20" name="Rectangle 19">
              <a:extLst>
                <a:ext uri="{FF2B5EF4-FFF2-40B4-BE49-F238E27FC236}">
                  <a16:creationId xmlns:a16="http://schemas.microsoft.com/office/drawing/2014/main" id="{C0470BC0-AB0D-4A03-B4F1-5DDA9A31C1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618067"/>
              <a:ext cx="3702134"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724A08B2-EC2C-4641-81BE-FE8B068BE1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1C938032-CA3F-33B7-EA98-0BC045C74CE7}"/>
              </a:ext>
            </a:extLst>
          </p:cNvPr>
          <p:cNvSpPr>
            <a:spLocks noGrp="1"/>
          </p:cNvSpPr>
          <p:nvPr>
            <p:ph type="title"/>
          </p:nvPr>
        </p:nvSpPr>
        <p:spPr>
          <a:xfrm>
            <a:off x="584200" y="2142067"/>
            <a:ext cx="3412067" cy="2971801"/>
          </a:xfrm>
        </p:spPr>
        <p:txBody>
          <a:bodyPr vert="horz" lIns="91440" tIns="45720" rIns="91440" bIns="45720" rtlCol="0" anchor="b">
            <a:normAutofit/>
          </a:bodyPr>
          <a:lstStyle/>
          <a:p>
            <a:r>
              <a:rPr lang="en-US">
                <a:solidFill>
                  <a:srgbClr val="FFFFFF"/>
                </a:solidFill>
              </a:rPr>
              <a:t>What are key Source Codse security best practices?</a:t>
            </a:r>
          </a:p>
        </p:txBody>
      </p:sp>
    </p:spTree>
    <p:extLst>
      <p:ext uri="{BB962C8B-B14F-4D97-AF65-F5344CB8AC3E}">
        <p14:creationId xmlns:p14="http://schemas.microsoft.com/office/powerpoint/2010/main" val="1311682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0761F-8C7B-389D-B90F-0E5F7E055185}"/>
              </a:ext>
            </a:extLst>
          </p:cNvPr>
          <p:cNvSpPr>
            <a:spLocks noGrp="1"/>
          </p:cNvSpPr>
          <p:nvPr>
            <p:ph type="title"/>
          </p:nvPr>
        </p:nvSpPr>
        <p:spPr/>
        <p:txBody>
          <a:bodyPr/>
          <a:lstStyle/>
          <a:p>
            <a:r>
              <a:rPr lang="en-US" dirty="0"/>
              <a:t>Automated Code scanning</a:t>
            </a:r>
          </a:p>
        </p:txBody>
      </p:sp>
      <p:graphicFrame>
        <p:nvGraphicFramePr>
          <p:cNvPr id="5" name="Content Placeholder 2">
            <a:extLst>
              <a:ext uri="{FF2B5EF4-FFF2-40B4-BE49-F238E27FC236}">
                <a16:creationId xmlns:a16="http://schemas.microsoft.com/office/drawing/2014/main" id="{ECF3F0C9-9149-13AD-7F52-99B1794EA4F5}"/>
              </a:ext>
            </a:extLst>
          </p:cNvPr>
          <p:cNvGraphicFramePr>
            <a:graphicFrameLocks noGrp="1"/>
          </p:cNvGraphicFramePr>
          <p:nvPr>
            <p:ph idx="1"/>
          </p:nvPr>
        </p:nvGraphicFramePr>
        <p:xfrm>
          <a:off x="581192" y="2180496"/>
          <a:ext cx="11029615" cy="36783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67360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0F1F1A-3292-0A3E-0EE3-A7C07163D079}"/>
              </a:ext>
            </a:extLst>
          </p:cNvPr>
          <p:cNvSpPr>
            <a:spLocks noGrp="1"/>
          </p:cNvSpPr>
          <p:nvPr>
            <p:ph type="title"/>
          </p:nvPr>
        </p:nvSpPr>
        <p:spPr>
          <a:xfrm>
            <a:off x="959157" y="1113764"/>
            <a:ext cx="3269749" cy="4624327"/>
          </a:xfrm>
        </p:spPr>
        <p:txBody>
          <a:bodyPr anchor="ctr">
            <a:normAutofit/>
          </a:bodyPr>
          <a:lstStyle/>
          <a:p>
            <a:r>
              <a:rPr lang="en-US" sz="3200">
                <a:solidFill>
                  <a:srgbClr val="FFFFFF"/>
                </a:solidFill>
              </a:rPr>
              <a:t>Limit user access</a:t>
            </a:r>
          </a:p>
        </p:txBody>
      </p:sp>
      <p:sp>
        <p:nvSpPr>
          <p:cNvPr id="3" name="Content Placeholder 2">
            <a:extLst>
              <a:ext uri="{FF2B5EF4-FFF2-40B4-BE49-F238E27FC236}">
                <a16:creationId xmlns:a16="http://schemas.microsoft.com/office/drawing/2014/main" id="{F36F96C3-AA99-F1D0-DA96-0ED8A1640F75}"/>
              </a:ext>
            </a:extLst>
          </p:cNvPr>
          <p:cNvSpPr>
            <a:spLocks noGrp="1"/>
          </p:cNvSpPr>
          <p:nvPr>
            <p:ph idx="1"/>
          </p:nvPr>
        </p:nvSpPr>
        <p:spPr>
          <a:xfrm>
            <a:off x="5155905" y="1113764"/>
            <a:ext cx="6108179" cy="4624327"/>
          </a:xfrm>
        </p:spPr>
        <p:txBody>
          <a:bodyPr anchor="ctr">
            <a:normAutofit/>
          </a:bodyPr>
          <a:lstStyle/>
          <a:p>
            <a:r>
              <a:rPr lang="en-US"/>
              <a:t>The most simplest way of security is the idea of least privilege, where you give the bare minimum of privileges needed to operate the role(set user/role permissions).</a:t>
            </a:r>
          </a:p>
          <a:p>
            <a:endParaRPr lang="en-US"/>
          </a:p>
          <a:p>
            <a:endParaRPr lang="en-US" dirty="0"/>
          </a:p>
        </p:txBody>
      </p:sp>
    </p:spTree>
    <p:extLst>
      <p:ext uri="{BB962C8B-B14F-4D97-AF65-F5344CB8AC3E}">
        <p14:creationId xmlns:p14="http://schemas.microsoft.com/office/powerpoint/2010/main" val="2304094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D6CAB-D0F7-D6AE-0025-DB77C7606116}"/>
              </a:ext>
            </a:extLst>
          </p:cNvPr>
          <p:cNvSpPr>
            <a:spLocks noGrp="1"/>
          </p:cNvSpPr>
          <p:nvPr>
            <p:ph type="title"/>
          </p:nvPr>
        </p:nvSpPr>
        <p:spPr/>
        <p:txBody>
          <a:bodyPr/>
          <a:lstStyle/>
          <a:p>
            <a:r>
              <a:rPr lang="en-US"/>
              <a:t>Use 2fa</a:t>
            </a:r>
            <a:endParaRPr lang="en-US" dirty="0"/>
          </a:p>
        </p:txBody>
      </p:sp>
      <p:graphicFrame>
        <p:nvGraphicFramePr>
          <p:cNvPr id="14" name="Content Placeholder 2">
            <a:extLst>
              <a:ext uri="{FF2B5EF4-FFF2-40B4-BE49-F238E27FC236}">
                <a16:creationId xmlns:a16="http://schemas.microsoft.com/office/drawing/2014/main" id="{4BF06AAA-DD23-D0F2-E274-CAC47174452B}"/>
              </a:ext>
            </a:extLst>
          </p:cNvPr>
          <p:cNvGraphicFramePr>
            <a:graphicFrameLocks noGrp="1"/>
          </p:cNvGraphicFramePr>
          <p:nvPr>
            <p:ph idx="1"/>
          </p:nvPr>
        </p:nvGraphicFramePr>
        <p:xfrm>
          <a:off x="581192" y="2180496"/>
          <a:ext cx="11029615" cy="36783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55106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79A26B8-6C4E-452B-ADD3-ED324A7AB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B4167E1-E2B0-4192-8DA2-6967DDFF87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560996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B607D2A-1A63-716A-D420-260BF32FEAB1}"/>
              </a:ext>
            </a:extLst>
          </p:cNvPr>
          <p:cNvSpPr>
            <a:spLocks noGrp="1"/>
          </p:cNvSpPr>
          <p:nvPr>
            <p:ph type="title"/>
          </p:nvPr>
        </p:nvSpPr>
        <p:spPr>
          <a:xfrm>
            <a:off x="762121" y="960723"/>
            <a:ext cx="4968489" cy="1013800"/>
          </a:xfrm>
        </p:spPr>
        <p:txBody>
          <a:bodyPr>
            <a:normAutofit/>
          </a:bodyPr>
          <a:lstStyle/>
          <a:p>
            <a:r>
              <a:rPr lang="en-US">
                <a:solidFill>
                  <a:srgbClr val="FFFFFF"/>
                </a:solidFill>
              </a:rPr>
              <a:t>Verify copyright</a:t>
            </a:r>
          </a:p>
        </p:txBody>
      </p:sp>
      <p:sp>
        <p:nvSpPr>
          <p:cNvPr id="14" name="Rectangle 13">
            <a:extLst>
              <a:ext uri="{FF2B5EF4-FFF2-40B4-BE49-F238E27FC236}">
                <a16:creationId xmlns:a16="http://schemas.microsoft.com/office/drawing/2014/main" id="{D03E4FEE-2E6A-44AB-B6BA-C1AD0CD6D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560581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0817EB59-13B3-43DA-9B91-A7CC174A60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44318" y="457200"/>
            <a:ext cx="5600007"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B0E4B70E-0AF0-F475-84F6-D7653F310D18}"/>
              </a:ext>
            </a:extLst>
          </p:cNvPr>
          <p:cNvSpPr>
            <a:spLocks noGrp="1"/>
          </p:cNvSpPr>
          <p:nvPr>
            <p:ph idx="1"/>
          </p:nvPr>
        </p:nvSpPr>
        <p:spPr>
          <a:xfrm>
            <a:off x="783387" y="2254102"/>
            <a:ext cx="4947221" cy="3650344"/>
          </a:xfrm>
        </p:spPr>
        <p:txBody>
          <a:bodyPr>
            <a:normAutofit/>
          </a:bodyPr>
          <a:lstStyle/>
          <a:p>
            <a:r>
              <a:rPr lang="en-US">
                <a:solidFill>
                  <a:srgbClr val="FFFFFF"/>
                </a:solidFill>
              </a:rPr>
              <a:t>Ensuring copyright is important. You want to clearly declare your ownership and licensing terms to protect your intellectual property</a:t>
            </a:r>
          </a:p>
          <a:p>
            <a:r>
              <a:rPr lang="en-US">
                <a:solidFill>
                  <a:srgbClr val="FFFFFF"/>
                </a:solidFill>
              </a:rPr>
              <a:t>You want to use your version control system to track code contributions and maintain a comprehensive history of your copyright ownership</a:t>
            </a:r>
          </a:p>
        </p:txBody>
      </p:sp>
      <p:pic>
        <p:nvPicPr>
          <p:cNvPr id="7" name="Graphic 6" descr="Judge">
            <a:extLst>
              <a:ext uri="{FF2B5EF4-FFF2-40B4-BE49-F238E27FC236}">
                <a16:creationId xmlns:a16="http://schemas.microsoft.com/office/drawing/2014/main" id="{B0E3B96D-1598-D31C-13B5-57CF32E6310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471493" y="960723"/>
            <a:ext cx="4945656" cy="4945656"/>
          </a:xfrm>
          <a:prstGeom prst="rect">
            <a:avLst/>
          </a:prstGeom>
        </p:spPr>
      </p:pic>
    </p:spTree>
    <p:extLst>
      <p:ext uri="{BB962C8B-B14F-4D97-AF65-F5344CB8AC3E}">
        <p14:creationId xmlns:p14="http://schemas.microsoft.com/office/powerpoint/2010/main" val="57484386"/>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07699-BAB8-2184-582E-AA7946AAF161}"/>
              </a:ext>
            </a:extLst>
          </p:cNvPr>
          <p:cNvSpPr>
            <a:spLocks noGrp="1"/>
          </p:cNvSpPr>
          <p:nvPr>
            <p:ph type="title"/>
          </p:nvPr>
        </p:nvSpPr>
        <p:spPr/>
        <p:txBody>
          <a:bodyPr/>
          <a:lstStyle/>
          <a:p>
            <a:r>
              <a:rPr lang="en-US"/>
              <a:t>Create clear source code protection best practices</a:t>
            </a:r>
            <a:endParaRPr lang="en-US" dirty="0"/>
          </a:p>
        </p:txBody>
      </p:sp>
      <p:graphicFrame>
        <p:nvGraphicFramePr>
          <p:cNvPr id="11" name="Content Placeholder 2">
            <a:extLst>
              <a:ext uri="{FF2B5EF4-FFF2-40B4-BE49-F238E27FC236}">
                <a16:creationId xmlns:a16="http://schemas.microsoft.com/office/drawing/2014/main" id="{E21772D9-C82E-0336-AC1F-999C8D20C62D}"/>
              </a:ext>
            </a:extLst>
          </p:cNvPr>
          <p:cNvGraphicFramePr>
            <a:graphicFrameLocks noGrp="1"/>
          </p:cNvGraphicFramePr>
          <p:nvPr>
            <p:ph idx="1"/>
          </p:nvPr>
        </p:nvGraphicFramePr>
        <p:xfrm>
          <a:off x="581192" y="2180496"/>
          <a:ext cx="11029615" cy="36783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42905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5F28DDD-9641-43BA-944D-79B0687051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solidFill>
            <a:srgbClr val="FFF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803552-BC2F-F0C3-F184-E5F1AB8C2C80}"/>
              </a:ext>
            </a:extLst>
          </p:cNvPr>
          <p:cNvSpPr>
            <a:spLocks noGrp="1"/>
          </p:cNvSpPr>
          <p:nvPr>
            <p:ph type="title"/>
          </p:nvPr>
        </p:nvSpPr>
        <p:spPr>
          <a:xfrm>
            <a:off x="746228" y="1037967"/>
            <a:ext cx="3054091" cy="4709131"/>
          </a:xfrm>
        </p:spPr>
        <p:txBody>
          <a:bodyPr anchor="ctr">
            <a:normAutofit/>
          </a:bodyPr>
          <a:lstStyle/>
          <a:p>
            <a:r>
              <a:rPr lang="en-US">
                <a:solidFill>
                  <a:schemeClr val="accent1"/>
                </a:solidFill>
              </a:rPr>
              <a:t>Deploy encryption tools</a:t>
            </a:r>
          </a:p>
        </p:txBody>
      </p:sp>
      <p:sp>
        <p:nvSpPr>
          <p:cNvPr id="20" name="Rectangle 19">
            <a:extLst>
              <a:ext uri="{FF2B5EF4-FFF2-40B4-BE49-F238E27FC236}">
                <a16:creationId xmlns:a16="http://schemas.microsoft.com/office/drawing/2014/main" id="{32AA2954-062E-4B72-A97B-0B066FB156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10CA29A6-E0B1-40CD-ADF7-7B8E932A3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8DD5F866-AD72-475A-B6C6-54E4577D4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C02BAD4C-6EA9-4F10-92D4-A1C8C53DAE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6851" y="723898"/>
            <a:ext cx="7498616" cy="567690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24" name="Content Placeholder 2">
            <a:extLst>
              <a:ext uri="{FF2B5EF4-FFF2-40B4-BE49-F238E27FC236}">
                <a16:creationId xmlns:a16="http://schemas.microsoft.com/office/drawing/2014/main" id="{3464158D-DE6F-88CD-1576-1FBD73B462C1}"/>
              </a:ext>
            </a:extLst>
          </p:cNvPr>
          <p:cNvGraphicFramePr>
            <a:graphicFrameLocks noGrp="1"/>
          </p:cNvGraphicFramePr>
          <p:nvPr>
            <p:ph idx="1"/>
            <p:extLst>
              <p:ext uri="{D42A27DB-BD31-4B8C-83A1-F6EECF244321}">
                <p14:modId xmlns:p14="http://schemas.microsoft.com/office/powerpoint/2010/main" val="2720434387"/>
              </p:ext>
            </p:extLst>
          </p:nvPr>
        </p:nvGraphicFramePr>
        <p:xfrm>
          <a:off x="4598438" y="1037967"/>
          <a:ext cx="7012370" cy="4709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44626392"/>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B691D59-8F51-4DD8-AD41-D568D29B0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Rectangle 37">
            <a:extLst>
              <a:ext uri="{FF2B5EF4-FFF2-40B4-BE49-F238E27FC236}">
                <a16:creationId xmlns:a16="http://schemas.microsoft.com/office/drawing/2014/main" id="{204AEF18-0627-48F3-9B3D-F7E8F050B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Rectangle 39">
            <a:extLst>
              <a:ext uri="{FF2B5EF4-FFF2-40B4-BE49-F238E27FC236}">
                <a16:creationId xmlns:a16="http://schemas.microsoft.com/office/drawing/2014/main" id="{CEAEE08A-C572-438F-9753-B0D527A51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2" name="Rectangle 41">
            <a:extLst>
              <a:ext uri="{FF2B5EF4-FFF2-40B4-BE49-F238E27FC236}">
                <a16:creationId xmlns:a16="http://schemas.microsoft.com/office/drawing/2014/main" id="{DB93146F-62ED-4C59-844C-0935D0FB50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43FAE47-1A7F-BBB0-32A8-15A72CFA755E}"/>
              </a:ext>
            </a:extLst>
          </p:cNvPr>
          <p:cNvSpPr>
            <a:spLocks noGrp="1"/>
          </p:cNvSpPr>
          <p:nvPr>
            <p:ph type="title"/>
          </p:nvPr>
        </p:nvSpPr>
        <p:spPr>
          <a:xfrm>
            <a:off x="581191" y="4610099"/>
            <a:ext cx="10993549" cy="1066801"/>
          </a:xfrm>
        </p:spPr>
        <p:txBody>
          <a:bodyPr vert="horz" lIns="91440" tIns="45720" rIns="91440" bIns="45720" rtlCol="0" anchor="b">
            <a:normAutofit/>
          </a:bodyPr>
          <a:lstStyle/>
          <a:p>
            <a:r>
              <a:rPr lang="en-US">
                <a:solidFill>
                  <a:srgbClr val="FFFFFF"/>
                </a:solidFill>
              </a:rPr>
              <a:t>Refereences</a:t>
            </a:r>
          </a:p>
        </p:txBody>
      </p:sp>
      <p:sp>
        <p:nvSpPr>
          <p:cNvPr id="3" name="Text Placeholder 2">
            <a:extLst>
              <a:ext uri="{FF2B5EF4-FFF2-40B4-BE49-F238E27FC236}">
                <a16:creationId xmlns:a16="http://schemas.microsoft.com/office/drawing/2014/main" id="{9EF12D69-A4BE-4FA3-C559-C6C3D98F3D2C}"/>
              </a:ext>
            </a:extLst>
          </p:cNvPr>
          <p:cNvSpPr>
            <a:spLocks noGrp="1"/>
          </p:cNvSpPr>
          <p:nvPr>
            <p:ph type="body" idx="1"/>
          </p:nvPr>
        </p:nvSpPr>
        <p:spPr>
          <a:xfrm>
            <a:off x="581194" y="5697215"/>
            <a:ext cx="10993546" cy="525565"/>
          </a:xfrm>
        </p:spPr>
        <p:txBody>
          <a:bodyPr vert="horz" lIns="91440" tIns="45720" rIns="91440" bIns="45720" rtlCol="0">
            <a:normAutofit/>
          </a:bodyPr>
          <a:lstStyle/>
          <a:p>
            <a:r>
              <a:rPr lang="en-US" sz="1600">
                <a:solidFill>
                  <a:srgbClr val="EBEBEB"/>
                </a:solidFill>
              </a:rPr>
              <a:t>https://get.assembla.com/blog/source-code-security/#source-code-security-best-practices</a:t>
            </a:r>
          </a:p>
        </p:txBody>
      </p:sp>
      <p:sp useBgFill="1">
        <p:nvSpPr>
          <p:cNvPr id="44" name="Rectangle 43">
            <a:extLst>
              <a:ext uri="{FF2B5EF4-FFF2-40B4-BE49-F238E27FC236}">
                <a16:creationId xmlns:a16="http://schemas.microsoft.com/office/drawing/2014/main" id="{B1A515B1-A9B3-49B0-AE0D-D038D42C21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23900"/>
            <a:ext cx="12192000" cy="370817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Graphic 30" descr="Marker">
            <a:extLst>
              <a:ext uri="{FF2B5EF4-FFF2-40B4-BE49-F238E27FC236}">
                <a16:creationId xmlns:a16="http://schemas.microsoft.com/office/drawing/2014/main" id="{A6F66D2F-94C4-C451-A7E3-311E2F5842E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43883" y="723899"/>
            <a:ext cx="3566161" cy="3566161"/>
          </a:xfrm>
          <a:prstGeom prst="rect">
            <a:avLst/>
          </a:prstGeom>
        </p:spPr>
      </p:pic>
    </p:spTree>
    <p:extLst>
      <p:ext uri="{BB962C8B-B14F-4D97-AF65-F5344CB8AC3E}">
        <p14:creationId xmlns:p14="http://schemas.microsoft.com/office/powerpoint/2010/main" val="306505478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TM03457464[[fn=Dividend]]</Template>
  <TotalTime>57</TotalTime>
  <Words>419</Words>
  <Application>Microsoft Office PowerPoint</Application>
  <PresentationFormat>Widescreen</PresentationFormat>
  <Paragraphs>33</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Gill Sans MT</vt:lpstr>
      <vt:lpstr>Wingdings 2</vt:lpstr>
      <vt:lpstr>Dividend</vt:lpstr>
      <vt:lpstr>Security Controls in Shared Source Code Repositories</vt:lpstr>
      <vt:lpstr>Why do we need security controls?</vt:lpstr>
      <vt:lpstr>What are the risks?</vt:lpstr>
      <vt:lpstr>What are key Source Codse security best practices?</vt:lpstr>
      <vt:lpstr>Automated Code scanning</vt:lpstr>
      <vt:lpstr>Limit user access</vt:lpstr>
      <vt:lpstr>Use 2fa</vt:lpstr>
      <vt:lpstr>Verify copyright</vt:lpstr>
      <vt:lpstr>Create clear source code protection best practices</vt:lpstr>
      <vt:lpstr>Deploy encryption tools</vt:lpstr>
      <vt:lpstr>Refereences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Noah McCarthy</dc:creator>
  <cp:lastModifiedBy>Noah McCarthy</cp:lastModifiedBy>
  <cp:revision>1</cp:revision>
  <dcterms:created xsi:type="dcterms:W3CDTF">2026-10-03T06:15:26Z</dcterms:created>
  <dcterms:modified xsi:type="dcterms:W3CDTF">2026-10-03T07:13:05Z</dcterms:modified>
</cp:coreProperties>
</file>