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56948-0718-46C1-B1EA-DA64E8D35662}" v="12" dt="2026-09-21T03:17:55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McCarthy" userId="946b4fef28eb09d6" providerId="LiveId" clId="{C605F247-6D44-47F7-9EE4-F6BCBF57058D}"/>
    <pc:docChg chg="custSel addSld modSld addMainMaster delMainMaster">
      <pc:chgData name="Noah McCarthy" userId="946b4fef28eb09d6" providerId="LiveId" clId="{C605F247-6D44-47F7-9EE4-F6BCBF57058D}" dt="2026-09-21T03:17:55.435" v="2797" actId="20577"/>
      <pc:docMkLst>
        <pc:docMk/>
      </pc:docMkLst>
      <pc:sldChg chg="addSp delSp modSp new mod setBg modClrScheme setClrOvrMap delDesignElem chgLayout">
        <pc:chgData name="Noah McCarthy" userId="946b4fef28eb09d6" providerId="LiveId" clId="{C605F247-6D44-47F7-9EE4-F6BCBF57058D}" dt="2026-09-21T03:00:51.314" v="73" actId="27636"/>
        <pc:sldMkLst>
          <pc:docMk/>
          <pc:sldMk cId="3233369308" sldId="256"/>
        </pc:sldMkLst>
        <pc:spChg chg="mod">
          <ac:chgData name="Noah McCarthy" userId="946b4fef28eb09d6" providerId="LiveId" clId="{C605F247-6D44-47F7-9EE4-F6BCBF57058D}" dt="2026-09-21T03:00:51.314" v="73" actId="27636"/>
          <ac:spMkLst>
            <pc:docMk/>
            <pc:sldMk cId="3233369308" sldId="256"/>
            <ac:spMk id="2" creationId="{D2C3544C-82DF-9201-BAFD-53F69E4C41CF}"/>
          </ac:spMkLst>
        </pc:spChg>
        <pc:spChg chg="mod">
          <ac:chgData name="Noah McCarthy" userId="946b4fef28eb09d6" providerId="LiveId" clId="{C605F247-6D44-47F7-9EE4-F6BCBF57058D}" dt="2026-09-21T03:00:37.922" v="69" actId="20577"/>
          <ac:spMkLst>
            <pc:docMk/>
            <pc:sldMk cId="3233369308" sldId="256"/>
            <ac:spMk id="3" creationId="{36004AF4-2312-8041-23EF-87F7714925D4}"/>
          </ac:spMkLst>
        </pc:spChg>
        <pc:spChg chg="add del">
          <ac:chgData name="Noah McCarthy" userId="946b4fef28eb09d6" providerId="LiveId" clId="{C605F247-6D44-47F7-9EE4-F6BCBF57058D}" dt="2026-09-21T03:00:51.164" v="72"/>
          <ac:spMkLst>
            <pc:docMk/>
            <pc:sldMk cId="3233369308" sldId="256"/>
            <ac:spMk id="9" creationId="{0EECA69B-4C2A-7F31-8019-E90DB3BD49CB}"/>
          </ac:spMkLst>
        </pc:spChg>
        <pc:spChg chg="add del">
          <ac:chgData name="Noah McCarthy" userId="946b4fef28eb09d6" providerId="LiveId" clId="{C605F247-6D44-47F7-9EE4-F6BCBF57058D}" dt="2026-09-21T03:00:51.164" v="72"/>
          <ac:spMkLst>
            <pc:docMk/>
            <pc:sldMk cId="3233369308" sldId="256"/>
            <ac:spMk id="11" creationId="{495DEB6A-976D-98B6-8875-F4C240958B3E}"/>
          </ac:spMkLst>
        </pc:spChg>
        <pc:picChg chg="add">
          <ac:chgData name="Noah McCarthy" userId="946b4fef28eb09d6" providerId="LiveId" clId="{C605F247-6D44-47F7-9EE4-F6BCBF57058D}" dt="2026-09-21T03:00:18.124" v="2" actId="26606"/>
          <ac:picMkLst>
            <pc:docMk/>
            <pc:sldMk cId="3233369308" sldId="256"/>
            <ac:picMk id="4" creationId="{B3C775C4-059A-72BD-A265-41404B2FE91D}"/>
          </ac:picMkLst>
        </pc:picChg>
      </pc:sldChg>
      <pc:sldChg chg="modSp new mod">
        <pc:chgData name="Noah McCarthy" userId="946b4fef28eb09d6" providerId="LiveId" clId="{C605F247-6D44-47F7-9EE4-F6BCBF57058D}" dt="2026-09-21T03:04:30.752" v="709" actId="20577"/>
        <pc:sldMkLst>
          <pc:docMk/>
          <pc:sldMk cId="3840089016" sldId="257"/>
        </pc:sldMkLst>
        <pc:spChg chg="mod">
          <ac:chgData name="Noah McCarthy" userId="946b4fef28eb09d6" providerId="LiveId" clId="{C605F247-6D44-47F7-9EE4-F6BCBF57058D}" dt="2026-09-21T03:01:22.649" v="105" actId="20577"/>
          <ac:spMkLst>
            <pc:docMk/>
            <pc:sldMk cId="3840089016" sldId="257"/>
            <ac:spMk id="2" creationId="{CF7F00C2-9698-82DE-2738-07C0D840A4D5}"/>
          </ac:spMkLst>
        </pc:spChg>
        <pc:spChg chg="mod">
          <ac:chgData name="Noah McCarthy" userId="946b4fef28eb09d6" providerId="LiveId" clId="{C605F247-6D44-47F7-9EE4-F6BCBF57058D}" dt="2026-09-21T03:04:30.752" v="709" actId="20577"/>
          <ac:spMkLst>
            <pc:docMk/>
            <pc:sldMk cId="3840089016" sldId="257"/>
            <ac:spMk id="3" creationId="{8B4E0053-34D2-7C1F-50D7-C97230146E2C}"/>
          </ac:spMkLst>
        </pc:spChg>
      </pc:sldChg>
      <pc:sldChg chg="modSp new mod">
        <pc:chgData name="Noah McCarthy" userId="946b4fef28eb09d6" providerId="LiveId" clId="{C605F247-6D44-47F7-9EE4-F6BCBF57058D}" dt="2026-09-21T03:03:51.581" v="609" actId="20577"/>
        <pc:sldMkLst>
          <pc:docMk/>
          <pc:sldMk cId="904804393" sldId="258"/>
        </pc:sldMkLst>
        <pc:spChg chg="mod">
          <ac:chgData name="Noah McCarthy" userId="946b4fef28eb09d6" providerId="LiveId" clId="{C605F247-6D44-47F7-9EE4-F6BCBF57058D}" dt="2026-09-21T03:03:12.121" v="470" actId="20577"/>
          <ac:spMkLst>
            <pc:docMk/>
            <pc:sldMk cId="904804393" sldId="258"/>
            <ac:spMk id="2" creationId="{3AFC236D-B80F-3C4A-E362-4EAB6F2DA5E0}"/>
          </ac:spMkLst>
        </pc:spChg>
        <pc:spChg chg="mod">
          <ac:chgData name="Noah McCarthy" userId="946b4fef28eb09d6" providerId="LiveId" clId="{C605F247-6D44-47F7-9EE4-F6BCBF57058D}" dt="2026-09-21T03:03:51.581" v="609" actId="20577"/>
          <ac:spMkLst>
            <pc:docMk/>
            <pc:sldMk cId="904804393" sldId="258"/>
            <ac:spMk id="3" creationId="{D8A455F2-69D4-6C70-6E62-B997381A9B4C}"/>
          </ac:spMkLst>
        </pc:spChg>
      </pc:sldChg>
      <pc:sldChg chg="modSp new mod">
        <pc:chgData name="Noah McCarthy" userId="946b4fef28eb09d6" providerId="LiveId" clId="{C605F247-6D44-47F7-9EE4-F6BCBF57058D}" dt="2026-09-21T03:13:59.234" v="2376" actId="20577"/>
        <pc:sldMkLst>
          <pc:docMk/>
          <pc:sldMk cId="3469471342" sldId="259"/>
        </pc:sldMkLst>
        <pc:spChg chg="mod">
          <ac:chgData name="Noah McCarthy" userId="946b4fef28eb09d6" providerId="LiveId" clId="{C605F247-6D44-47F7-9EE4-F6BCBF57058D}" dt="2026-09-21T03:13:59.234" v="2376" actId="20577"/>
          <ac:spMkLst>
            <pc:docMk/>
            <pc:sldMk cId="3469471342" sldId="259"/>
            <ac:spMk id="2" creationId="{8E4D865D-0FDB-0DF3-BC09-2F63E041E59C}"/>
          </ac:spMkLst>
        </pc:spChg>
        <pc:spChg chg="mod">
          <ac:chgData name="Noah McCarthy" userId="946b4fef28eb09d6" providerId="LiveId" clId="{C605F247-6D44-47F7-9EE4-F6BCBF57058D}" dt="2026-09-21T03:06:52.957" v="1134" actId="20577"/>
          <ac:spMkLst>
            <pc:docMk/>
            <pc:sldMk cId="3469471342" sldId="259"/>
            <ac:spMk id="3" creationId="{4A6C0D4E-F353-25C4-007B-399B143958E6}"/>
          </ac:spMkLst>
        </pc:spChg>
      </pc:sldChg>
      <pc:sldChg chg="modSp new mod">
        <pc:chgData name="Noah McCarthy" userId="946b4fef28eb09d6" providerId="LiveId" clId="{C605F247-6D44-47F7-9EE4-F6BCBF57058D}" dt="2026-09-21T03:14:12.796" v="2380" actId="20577"/>
        <pc:sldMkLst>
          <pc:docMk/>
          <pc:sldMk cId="967139258" sldId="260"/>
        </pc:sldMkLst>
        <pc:spChg chg="mod">
          <ac:chgData name="Noah McCarthy" userId="946b4fef28eb09d6" providerId="LiveId" clId="{C605F247-6D44-47F7-9EE4-F6BCBF57058D}" dt="2026-09-21T03:14:12.796" v="2380" actId="20577"/>
          <ac:spMkLst>
            <pc:docMk/>
            <pc:sldMk cId="967139258" sldId="260"/>
            <ac:spMk id="2" creationId="{A5F3440E-0FED-EC92-68C6-87902ADB1DC9}"/>
          </ac:spMkLst>
        </pc:spChg>
        <pc:spChg chg="mod">
          <ac:chgData name="Noah McCarthy" userId="946b4fef28eb09d6" providerId="LiveId" clId="{C605F247-6D44-47F7-9EE4-F6BCBF57058D}" dt="2026-09-21T03:07:55.210" v="1298" actId="20577"/>
          <ac:spMkLst>
            <pc:docMk/>
            <pc:sldMk cId="967139258" sldId="260"/>
            <ac:spMk id="3" creationId="{3ED07399-5D16-72F8-5332-8326C8D92F29}"/>
          </ac:spMkLst>
        </pc:spChg>
      </pc:sldChg>
      <pc:sldChg chg="modSp new mod">
        <pc:chgData name="Noah McCarthy" userId="946b4fef28eb09d6" providerId="LiveId" clId="{C605F247-6D44-47F7-9EE4-F6BCBF57058D}" dt="2026-09-21T03:14:15" v="2381" actId="20577"/>
        <pc:sldMkLst>
          <pc:docMk/>
          <pc:sldMk cId="3305300188" sldId="261"/>
        </pc:sldMkLst>
        <pc:spChg chg="mod">
          <ac:chgData name="Noah McCarthy" userId="946b4fef28eb09d6" providerId="LiveId" clId="{C605F247-6D44-47F7-9EE4-F6BCBF57058D}" dt="2026-09-21T03:14:15" v="2381" actId="20577"/>
          <ac:spMkLst>
            <pc:docMk/>
            <pc:sldMk cId="3305300188" sldId="261"/>
            <ac:spMk id="2" creationId="{3D56B91C-D9BF-2BAA-31A7-0347FFFDCC1E}"/>
          </ac:spMkLst>
        </pc:spChg>
        <pc:spChg chg="mod">
          <ac:chgData name="Noah McCarthy" userId="946b4fef28eb09d6" providerId="LiveId" clId="{C605F247-6D44-47F7-9EE4-F6BCBF57058D}" dt="2026-09-21T03:09:00.635" v="1522" actId="20577"/>
          <ac:spMkLst>
            <pc:docMk/>
            <pc:sldMk cId="3305300188" sldId="261"/>
            <ac:spMk id="3" creationId="{6773A32B-1F65-7CD6-4833-EC8D442E6BCB}"/>
          </ac:spMkLst>
        </pc:spChg>
      </pc:sldChg>
      <pc:sldChg chg="modSp new mod">
        <pc:chgData name="Noah McCarthy" userId="946b4fef28eb09d6" providerId="LiveId" clId="{C605F247-6D44-47F7-9EE4-F6BCBF57058D}" dt="2026-09-21T03:13:44.699" v="2370" actId="20577"/>
        <pc:sldMkLst>
          <pc:docMk/>
          <pc:sldMk cId="341945182" sldId="262"/>
        </pc:sldMkLst>
        <pc:spChg chg="mod">
          <ac:chgData name="Noah McCarthy" userId="946b4fef28eb09d6" providerId="LiveId" clId="{C605F247-6D44-47F7-9EE4-F6BCBF57058D}" dt="2026-09-21T03:13:44.699" v="2370" actId="20577"/>
          <ac:spMkLst>
            <pc:docMk/>
            <pc:sldMk cId="341945182" sldId="262"/>
            <ac:spMk id="2" creationId="{5653A5EC-F1EA-36DD-51B7-8CC503D6A8E3}"/>
          </ac:spMkLst>
        </pc:spChg>
        <pc:spChg chg="mod">
          <ac:chgData name="Noah McCarthy" userId="946b4fef28eb09d6" providerId="LiveId" clId="{C605F247-6D44-47F7-9EE4-F6BCBF57058D}" dt="2026-09-21T03:10:47.034" v="1807" actId="313"/>
          <ac:spMkLst>
            <pc:docMk/>
            <pc:sldMk cId="341945182" sldId="262"/>
            <ac:spMk id="3" creationId="{E8CC9CCE-DCD3-3717-E8BD-05E4FF53953F}"/>
          </ac:spMkLst>
        </pc:spChg>
      </pc:sldChg>
      <pc:sldChg chg="modSp new mod">
        <pc:chgData name="Noah McCarthy" userId="946b4fef28eb09d6" providerId="LiveId" clId="{C605F247-6D44-47F7-9EE4-F6BCBF57058D}" dt="2026-09-21T03:13:42.025" v="2368" actId="20577"/>
        <pc:sldMkLst>
          <pc:docMk/>
          <pc:sldMk cId="3349513067" sldId="263"/>
        </pc:sldMkLst>
        <pc:spChg chg="mod">
          <ac:chgData name="Noah McCarthy" userId="946b4fef28eb09d6" providerId="LiveId" clId="{C605F247-6D44-47F7-9EE4-F6BCBF57058D}" dt="2026-09-21T03:13:42.025" v="2368" actId="20577"/>
          <ac:spMkLst>
            <pc:docMk/>
            <pc:sldMk cId="3349513067" sldId="263"/>
            <ac:spMk id="2" creationId="{1A2E4C95-F11C-29E5-2425-9636DD49E265}"/>
          </ac:spMkLst>
        </pc:spChg>
        <pc:spChg chg="mod">
          <ac:chgData name="Noah McCarthy" userId="946b4fef28eb09d6" providerId="LiveId" clId="{C605F247-6D44-47F7-9EE4-F6BCBF57058D}" dt="2026-09-21T03:12:36.983" v="2136" actId="20577"/>
          <ac:spMkLst>
            <pc:docMk/>
            <pc:sldMk cId="3349513067" sldId="263"/>
            <ac:spMk id="3" creationId="{B2682A83-AC42-208C-7DDF-F3AFDA619194}"/>
          </ac:spMkLst>
        </pc:spChg>
      </pc:sldChg>
      <pc:sldChg chg="modSp new mod">
        <pc:chgData name="Noah McCarthy" userId="946b4fef28eb09d6" providerId="LiveId" clId="{C605F247-6D44-47F7-9EE4-F6BCBF57058D}" dt="2026-09-21T03:13:39.159" v="2366" actId="20577"/>
        <pc:sldMkLst>
          <pc:docMk/>
          <pc:sldMk cId="684482459" sldId="264"/>
        </pc:sldMkLst>
        <pc:spChg chg="mod">
          <ac:chgData name="Noah McCarthy" userId="946b4fef28eb09d6" providerId="LiveId" clId="{C605F247-6D44-47F7-9EE4-F6BCBF57058D}" dt="2026-09-21T03:13:39.159" v="2366" actId="20577"/>
          <ac:spMkLst>
            <pc:docMk/>
            <pc:sldMk cId="684482459" sldId="264"/>
            <ac:spMk id="2" creationId="{DAD5B86F-D3E1-899D-FAB1-7E8EA463203C}"/>
          </ac:spMkLst>
        </pc:spChg>
        <pc:spChg chg="mod">
          <ac:chgData name="Noah McCarthy" userId="946b4fef28eb09d6" providerId="LiveId" clId="{C605F247-6D44-47F7-9EE4-F6BCBF57058D}" dt="2026-09-21T03:13:31.253" v="2364" actId="20577"/>
          <ac:spMkLst>
            <pc:docMk/>
            <pc:sldMk cId="684482459" sldId="264"/>
            <ac:spMk id="3" creationId="{E96B661A-3670-CA26-7EE1-B9B1D598B1B4}"/>
          </ac:spMkLst>
        </pc:spChg>
      </pc:sldChg>
      <pc:sldChg chg="modSp new mod">
        <pc:chgData name="Noah McCarthy" userId="946b4fef28eb09d6" providerId="LiveId" clId="{C605F247-6D44-47F7-9EE4-F6BCBF57058D}" dt="2026-09-21T03:16:06.926" v="2780" actId="20577"/>
        <pc:sldMkLst>
          <pc:docMk/>
          <pc:sldMk cId="2633621898" sldId="265"/>
        </pc:sldMkLst>
        <pc:spChg chg="mod">
          <ac:chgData name="Noah McCarthy" userId="946b4fef28eb09d6" providerId="LiveId" clId="{C605F247-6D44-47F7-9EE4-F6BCBF57058D}" dt="2026-09-21T03:14:32.979" v="2428" actId="20577"/>
          <ac:spMkLst>
            <pc:docMk/>
            <pc:sldMk cId="2633621898" sldId="265"/>
            <ac:spMk id="2" creationId="{68801CBE-99B0-3C40-A31B-A8EF0E0DF92F}"/>
          </ac:spMkLst>
        </pc:spChg>
        <pc:spChg chg="mod">
          <ac:chgData name="Noah McCarthy" userId="946b4fef28eb09d6" providerId="LiveId" clId="{C605F247-6D44-47F7-9EE4-F6BCBF57058D}" dt="2026-09-21T03:16:06.926" v="2780" actId="20577"/>
          <ac:spMkLst>
            <pc:docMk/>
            <pc:sldMk cId="2633621898" sldId="265"/>
            <ac:spMk id="3" creationId="{0D110C5C-C390-F4EF-BB51-214DF9EFBE16}"/>
          </ac:spMkLst>
        </pc:spChg>
      </pc:sldChg>
      <pc:sldChg chg="modSp new mod">
        <pc:chgData name="Noah McCarthy" userId="946b4fef28eb09d6" providerId="LiveId" clId="{C605F247-6D44-47F7-9EE4-F6BCBF57058D}" dt="2026-09-21T03:17:55.435" v="2797" actId="20577"/>
        <pc:sldMkLst>
          <pc:docMk/>
          <pc:sldMk cId="1071145750" sldId="266"/>
        </pc:sldMkLst>
        <pc:spChg chg="mod">
          <ac:chgData name="Noah McCarthy" userId="946b4fef28eb09d6" providerId="LiveId" clId="{C605F247-6D44-47F7-9EE4-F6BCBF57058D}" dt="2026-09-21T03:16:59.805" v="2789" actId="20577"/>
          <ac:spMkLst>
            <pc:docMk/>
            <pc:sldMk cId="1071145750" sldId="266"/>
            <ac:spMk id="2" creationId="{0D99C6FB-207F-DDC7-806F-40663BA483B8}"/>
          </ac:spMkLst>
        </pc:spChg>
        <pc:spChg chg="mod">
          <ac:chgData name="Noah McCarthy" userId="946b4fef28eb09d6" providerId="LiveId" clId="{C605F247-6D44-47F7-9EE4-F6BCBF57058D}" dt="2026-09-21T03:17:55.435" v="2797" actId="20577"/>
          <ac:spMkLst>
            <pc:docMk/>
            <pc:sldMk cId="1071145750" sldId="266"/>
            <ac:spMk id="3" creationId="{57080850-659F-CC9C-A1A5-AE57F8228390}"/>
          </ac:spMkLst>
        </pc:spChg>
      </pc:sldChg>
      <pc:sldMasterChg chg="del delSldLayout">
        <pc:chgData name="Noah McCarthy" userId="946b4fef28eb09d6" providerId="LiveId" clId="{C605F247-6D44-47F7-9EE4-F6BCBF57058D}" dt="2026-09-21T03:00:18.124" v="2" actId="26606"/>
        <pc:sldMasterMkLst>
          <pc:docMk/>
          <pc:sldMasterMk cId="3962789364" sldId="2147483660"/>
        </pc:sldMasterMkLst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3792328349" sldId="2147483661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1627429396" sldId="2147483662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836579308" sldId="2147483663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987737849" sldId="2147483664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1034282026" sldId="2147483665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3294020990" sldId="2147483666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3442942707" sldId="2147483667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251495841" sldId="2147483668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2524061506" sldId="2147483669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2105686655" sldId="2147483670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2159353526" sldId="2147483671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4054332370" sldId="2147483672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1399887910" sldId="2147483673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2162181092" sldId="2147483674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705715933" sldId="2147483675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1553715059" sldId="2147483676"/>
          </pc:sldLayoutMkLst>
        </pc:sldLayoutChg>
        <pc:sldLayoutChg chg="del">
          <pc:chgData name="Noah McCarthy" userId="946b4fef28eb09d6" providerId="LiveId" clId="{C605F247-6D44-47F7-9EE4-F6BCBF57058D}" dt="2026-09-21T03:00:18.124" v="2" actId="26606"/>
          <pc:sldLayoutMkLst>
            <pc:docMk/>
            <pc:sldMasterMk cId="3962789364" sldId="2147483660"/>
            <pc:sldLayoutMk cId="513536925" sldId="2147483677"/>
          </pc:sldLayoutMkLst>
        </pc:sldLayoutChg>
      </pc:sldMasterChg>
      <pc:sldMasterChg chg="add addSldLayout">
        <pc:chgData name="Noah McCarthy" userId="946b4fef28eb09d6" providerId="LiveId" clId="{C605F247-6D44-47F7-9EE4-F6BCBF57058D}" dt="2026-09-21T03:00:18.124" v="2" actId="26606"/>
        <pc:sldMasterMkLst>
          <pc:docMk/>
          <pc:sldMasterMk cId="1806513503" sldId="2147483685"/>
        </pc:sldMasterMkLst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2556805920" sldId="2147483678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1546570975" sldId="2147483679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847773546" sldId="2147483680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3001644033" sldId="2147483681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4021202105" sldId="2147483682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1714299751" sldId="2147483683"/>
          </pc:sldLayoutMkLst>
        </pc:sldLayoutChg>
        <pc:sldLayoutChg chg="ad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329489964" sldId="2147483684"/>
          </pc:sldLayoutMkLst>
        </pc:sldLayoutChg>
        <pc:sldLayoutChg chg="add replI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138472636" sldId="2147483686"/>
          </pc:sldLayoutMkLst>
        </pc:sldLayoutChg>
        <pc:sldLayoutChg chg="add replI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1017153796" sldId="2147483687"/>
          </pc:sldLayoutMkLst>
        </pc:sldLayoutChg>
        <pc:sldLayoutChg chg="add replI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650777971" sldId="2147483688"/>
          </pc:sldLayoutMkLst>
        </pc:sldLayoutChg>
        <pc:sldLayoutChg chg="add replId">
          <pc:chgData name="Noah McCarthy" userId="946b4fef28eb09d6" providerId="LiveId" clId="{C605F247-6D44-47F7-9EE4-F6BCBF57058D}" dt="2026-09-21T03:00:18.124" v="2" actId="26606"/>
          <pc:sldLayoutMkLst>
            <pc:docMk/>
            <pc:sldMasterMk cId="1806513503" sldId="2147483685"/>
            <pc:sldLayoutMk cId="3123300909" sldId="214748368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9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2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5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6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9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7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8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785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951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62397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47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694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331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26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74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devops.com/on-call-rotation-best-practices-reducing-burnout-and-improving-respons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C775C4-059A-72BD-A265-41404B2F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C3544C-82DF-9201-BAFD-53F69E4C4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1" y="5728447"/>
            <a:ext cx="8201790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en-US" dirty="0"/>
              <a:t>Pager Rotation &amp;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04AF4-2312-8041-23EF-87F771492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9" y="5728445"/>
            <a:ext cx="3409110" cy="95041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By Noah McCarthy</a:t>
            </a:r>
          </a:p>
        </p:txBody>
      </p:sp>
    </p:spTree>
    <p:extLst>
      <p:ext uri="{BB962C8B-B14F-4D97-AF65-F5344CB8AC3E}">
        <p14:creationId xmlns:p14="http://schemas.microsoft.com/office/powerpoint/2010/main" val="323336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00C2-9698-82DE-2738-07C0D840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Pager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0053-34D2-7C1F-50D7-C9723014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when designated software engineers on certain days have the responsibility of being on call for any emergencies that might arise while out of business hours.</a:t>
            </a:r>
          </a:p>
          <a:p>
            <a:r>
              <a:rPr lang="en-US" dirty="0"/>
              <a:t>There is typically a rotation among all the engineers on the team to avoid burnout.</a:t>
            </a:r>
          </a:p>
          <a:p>
            <a:r>
              <a:rPr lang="en-US" dirty="0"/>
              <a:t>There are 3 rotation models: Weekly Rotation, Follow-the-Sun, Round Robin</a:t>
            </a:r>
          </a:p>
        </p:txBody>
      </p:sp>
    </p:spTree>
    <p:extLst>
      <p:ext uri="{BB962C8B-B14F-4D97-AF65-F5344CB8AC3E}">
        <p14:creationId xmlns:p14="http://schemas.microsoft.com/office/powerpoint/2010/main" val="384008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236D-B80F-3C4A-E362-4EAB6F2D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55F2-69D4-6C70-6E62-B997381A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know what it is, we need to discuss what the best practices are for this.</a:t>
            </a:r>
          </a:p>
          <a:p>
            <a:r>
              <a:rPr lang="en-US" dirty="0"/>
              <a:t>There are a total of seven Best Practic.es</a:t>
            </a:r>
          </a:p>
        </p:txBody>
      </p:sp>
    </p:spTree>
    <p:extLst>
      <p:ext uri="{BB962C8B-B14F-4D97-AF65-F5344CB8AC3E}">
        <p14:creationId xmlns:p14="http://schemas.microsoft.com/office/powerpoint/2010/main" val="90480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865D-0FDB-0DF3-BC09-2F63E041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1.Cap Incident Load Per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0D4E-F353-25C4-007B-399B14395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a cap to how many on-call incidents to exceed a threshold. Google recommends 2-3. At that point, the rotation schedule is not a solution. In this stage, you need to make sure every alert passes a simple test. For example, has this required a human interaction in the last 90 days, if not send it to a non paging channel or delete it</a:t>
            </a:r>
          </a:p>
        </p:txBody>
      </p:sp>
    </p:spTree>
    <p:extLst>
      <p:ext uri="{BB962C8B-B14F-4D97-AF65-F5344CB8AC3E}">
        <p14:creationId xmlns:p14="http://schemas.microsoft.com/office/powerpoint/2010/main" val="346947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440E-0FED-EC92-68C6-87902AD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2.Standardize the Handoff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7399-5D16-72F8-5332-8326C8D92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 a transition meeting from the current on-call engineers to the next engineers taking the torch.</a:t>
            </a:r>
          </a:p>
        </p:txBody>
      </p:sp>
    </p:spTree>
    <p:extLst>
      <p:ext uri="{BB962C8B-B14F-4D97-AF65-F5344CB8AC3E}">
        <p14:creationId xmlns:p14="http://schemas.microsoft.com/office/powerpoint/2010/main" val="96713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B91C-D9BF-2BAA-31A7-0347FFFD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3.Build and maintain runbooks for your top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A32B-1F65-7CD6-4833-EC8D442E6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5 most common incident types for the last quarter</a:t>
            </a:r>
          </a:p>
          <a:p>
            <a:r>
              <a:rPr lang="en-US" dirty="0"/>
              <a:t>Write a runbook or specific commands, dashboards, and escalation contacts for each one</a:t>
            </a:r>
          </a:p>
        </p:txBody>
      </p:sp>
    </p:spTree>
    <p:extLst>
      <p:ext uri="{BB962C8B-B14F-4D97-AF65-F5344CB8AC3E}">
        <p14:creationId xmlns:p14="http://schemas.microsoft.com/office/powerpoint/2010/main" val="330530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1CBE-99B0-3C40-A31B-A8EF0E0D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Add a shadow rotation for new engineers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10C5C-C390-F4EF-BB51-214DF9EFB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important step. </a:t>
            </a:r>
          </a:p>
          <a:p>
            <a:r>
              <a:rPr lang="en-US" dirty="0"/>
              <a:t>When training someone you follow core steps.</a:t>
            </a:r>
          </a:p>
          <a:p>
            <a:r>
              <a:rPr lang="en-US" dirty="0"/>
              <a:t>1. Introduce them</a:t>
            </a:r>
          </a:p>
          <a:p>
            <a:r>
              <a:rPr lang="en-US" dirty="0"/>
              <a:t>2. Perform the Task while the SHADOW you</a:t>
            </a:r>
          </a:p>
          <a:p>
            <a:r>
              <a:rPr lang="en-US" dirty="0"/>
              <a:t>3. Then they perform the task while you SHADOW them, correcting</a:t>
            </a:r>
          </a:p>
          <a:p>
            <a:r>
              <a:rPr lang="en-US" dirty="0"/>
              <a:t>This will help build confidence, so it doesn’t feel like they are going in blind</a:t>
            </a:r>
          </a:p>
        </p:txBody>
      </p:sp>
    </p:spTree>
    <p:extLst>
      <p:ext uri="{BB962C8B-B14F-4D97-AF65-F5344CB8AC3E}">
        <p14:creationId xmlns:p14="http://schemas.microsoft.com/office/powerpoint/2010/main" val="263362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A5EC-F1EA-36DD-51B7-8CC503D6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5.Track Four 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9CCE-DCD3-3717-E8BD-05E4FF539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measure on-call health of the engineers, use four metrics to make decisions for the rotation</a:t>
            </a:r>
          </a:p>
          <a:p>
            <a:r>
              <a:rPr lang="en-US" dirty="0"/>
              <a:t>MTTR: From alert to resolution</a:t>
            </a:r>
          </a:p>
          <a:p>
            <a:r>
              <a:rPr lang="en-US" dirty="0"/>
              <a:t>Alert Volume per Shift</a:t>
            </a:r>
          </a:p>
          <a:p>
            <a:r>
              <a:rPr lang="en-US" dirty="0"/>
              <a:t>On Call Load Distribution</a:t>
            </a:r>
          </a:p>
          <a:p>
            <a:r>
              <a:rPr lang="en-US" dirty="0"/>
              <a:t>Incident Recurrence Rate</a:t>
            </a:r>
          </a:p>
        </p:txBody>
      </p:sp>
    </p:spTree>
    <p:extLst>
      <p:ext uri="{BB962C8B-B14F-4D97-AF65-F5344CB8AC3E}">
        <p14:creationId xmlns:p14="http://schemas.microsoft.com/office/powerpoint/2010/main" val="34194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4C95-F11C-29E5-2425-9636DD49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6.Compensate on Call Fairly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2A83-AC42-208C-7DDF-F3AFDA61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call is still work, but might cause the employee to sacrifice sleep and personal time. It is only fair that they get fairly compensated for contributing to the company. </a:t>
            </a:r>
          </a:p>
          <a:p>
            <a:r>
              <a:rPr lang="en-US" dirty="0"/>
              <a:t>Have clear transparency and consistency in how it is compensated.</a:t>
            </a:r>
          </a:p>
        </p:txBody>
      </p:sp>
    </p:spTree>
    <p:extLst>
      <p:ext uri="{BB962C8B-B14F-4D97-AF65-F5344CB8AC3E}">
        <p14:creationId xmlns:p14="http://schemas.microsoft.com/office/powerpoint/2010/main" val="3349513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86F-D3E1-899D-FAB1-7E8EA463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7.Conduct Blameless Postmortems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661A-3670-CA26-7EE1-B9B1D598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Conduct these meetings so the team can come to a conclusion and find the source of the problem rather than blaming the person who supposedly messed up.</a:t>
            </a:r>
          </a:p>
        </p:txBody>
      </p:sp>
    </p:spTree>
    <p:extLst>
      <p:ext uri="{BB962C8B-B14F-4D97-AF65-F5344CB8AC3E}">
        <p14:creationId xmlns:p14="http://schemas.microsoft.com/office/powerpoint/2010/main" val="68448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C6FB-207F-DDC7-806F-40663BA4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0850-659F-CC9C-A1A5-AE57F8228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https://devops.com/on-call-rotation-best-practices-reducing-burnout-and-improving-response/</a:t>
            </a:r>
            <a:endParaRPr lang="en-US" dirty="0"/>
          </a:p>
          <a:p>
            <a:r>
              <a:rPr lang="en-US">
                <a:hlinkClick r:id="rId3"/>
              </a:rPr>
              <a:t>https://www.pagerduty.com/resources/incident-management-response/learn/call-rotations-schedules/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145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17</TotalTime>
  <Words>454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Pager Rotation &amp; Best Practices</vt:lpstr>
      <vt:lpstr>What is Pager Rotation</vt:lpstr>
      <vt:lpstr>Best Practices</vt:lpstr>
      <vt:lpstr>1.Cap Incident Load Per Shift</vt:lpstr>
      <vt:lpstr>2.Standardize the Handoff Process</vt:lpstr>
      <vt:lpstr>3.Build and maintain runbooks for your top incidents</vt:lpstr>
      <vt:lpstr>4. Add a shadow rotation for new engineers</vt:lpstr>
      <vt:lpstr>5.Track Four Key Metrics</vt:lpstr>
      <vt:lpstr>6.Compensate on Call Fairly</vt:lpstr>
      <vt:lpstr>7.Conduct Blameless Postmortems </vt:lpstr>
      <vt:lpstr>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Noah McCarthy</cp:lastModifiedBy>
  <cp:revision>1</cp:revision>
  <dcterms:created xsi:type="dcterms:W3CDTF">2026-09-21T02:59:14Z</dcterms:created>
  <dcterms:modified xsi:type="dcterms:W3CDTF">2026-09-21T03:17:58Z</dcterms:modified>
</cp:coreProperties>
</file>