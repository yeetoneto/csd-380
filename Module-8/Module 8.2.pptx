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5F06CF-BC15-4D4E-8B49-4E557BC62567}" v="3" dt="2026-09-27T23:57:01.5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ah McCarthy" userId="946b4fef28eb09d6" providerId="LiveId" clId="{C605F247-6D44-47F7-9EE4-F6BCBF57058D}"/>
    <pc:docChg chg="undo custSel addSld delSld modSld addMainMaster delMainMaster">
      <pc:chgData name="Noah McCarthy" userId="946b4fef28eb09d6" providerId="LiveId" clId="{C605F247-6D44-47F7-9EE4-F6BCBF57058D}" dt="2026-09-27T23:57:39.523" v="2603" actId="26606"/>
      <pc:docMkLst>
        <pc:docMk/>
      </pc:docMkLst>
      <pc:sldChg chg="addSp modSp new mod setBg modClrScheme chgLayout">
        <pc:chgData name="Noah McCarthy" userId="946b4fef28eb09d6" providerId="LiveId" clId="{C605F247-6D44-47F7-9EE4-F6BCBF57058D}" dt="2026-09-27T23:29:09.827" v="74" actId="26606"/>
        <pc:sldMkLst>
          <pc:docMk/>
          <pc:sldMk cId="2782274470" sldId="256"/>
        </pc:sldMkLst>
        <pc:spChg chg="mod">
          <ac:chgData name="Noah McCarthy" userId="946b4fef28eb09d6" providerId="LiveId" clId="{C605F247-6D44-47F7-9EE4-F6BCBF57058D}" dt="2026-09-27T23:29:09.827" v="74" actId="26606"/>
          <ac:spMkLst>
            <pc:docMk/>
            <pc:sldMk cId="2782274470" sldId="256"/>
            <ac:spMk id="2" creationId="{EFF59871-CE44-2EBD-3900-D9A15C8D61EE}"/>
          </ac:spMkLst>
        </pc:spChg>
        <pc:spChg chg="mod">
          <ac:chgData name="Noah McCarthy" userId="946b4fef28eb09d6" providerId="LiveId" clId="{C605F247-6D44-47F7-9EE4-F6BCBF57058D}" dt="2026-09-27T23:29:09.827" v="74" actId="26606"/>
          <ac:spMkLst>
            <pc:docMk/>
            <pc:sldMk cId="2782274470" sldId="256"/>
            <ac:spMk id="3" creationId="{02FB02FA-493C-A07C-6245-CD3DED1A2B16}"/>
          </ac:spMkLst>
        </pc:spChg>
        <pc:spChg chg="add">
          <ac:chgData name="Noah McCarthy" userId="946b4fef28eb09d6" providerId="LiveId" clId="{C605F247-6D44-47F7-9EE4-F6BCBF57058D}" dt="2026-09-27T23:29:09.827" v="74" actId="26606"/>
          <ac:spMkLst>
            <pc:docMk/>
            <pc:sldMk cId="2782274470" sldId="256"/>
            <ac:spMk id="9" creationId="{09F55FD1-95FA-98DA-84AA-145D29A533D7}"/>
          </ac:spMkLst>
        </pc:spChg>
        <pc:spChg chg="add">
          <ac:chgData name="Noah McCarthy" userId="946b4fef28eb09d6" providerId="LiveId" clId="{C605F247-6D44-47F7-9EE4-F6BCBF57058D}" dt="2026-09-27T23:29:09.827" v="74" actId="26606"/>
          <ac:spMkLst>
            <pc:docMk/>
            <pc:sldMk cId="2782274470" sldId="256"/>
            <ac:spMk id="11" creationId="{3AC9EE06-57AF-0FF5-450C-2A606C23B8F6}"/>
          </ac:spMkLst>
        </pc:spChg>
        <pc:picChg chg="add">
          <ac:chgData name="Noah McCarthy" userId="946b4fef28eb09d6" providerId="LiveId" clId="{C605F247-6D44-47F7-9EE4-F6BCBF57058D}" dt="2026-09-27T23:29:09.827" v="74" actId="26606"/>
          <ac:picMkLst>
            <pc:docMk/>
            <pc:sldMk cId="2782274470" sldId="256"/>
            <ac:picMk id="4" creationId="{5E14148C-9970-03B7-248E-6B3E87EB5AF7}"/>
          </ac:picMkLst>
        </pc:picChg>
        <pc:cxnChg chg="add">
          <ac:chgData name="Noah McCarthy" userId="946b4fef28eb09d6" providerId="LiveId" clId="{C605F247-6D44-47F7-9EE4-F6BCBF57058D}" dt="2026-09-27T23:29:09.827" v="74" actId="26606"/>
          <ac:cxnSpMkLst>
            <pc:docMk/>
            <pc:sldMk cId="2782274470" sldId="256"/>
            <ac:cxnSpMk id="13" creationId="{313FECB8-44EE-4A45-9F7B-66ECF1C3C888}"/>
          </ac:cxnSpMkLst>
        </pc:cxnChg>
      </pc:sldChg>
      <pc:sldChg chg="modSp new mod">
        <pc:chgData name="Noah McCarthy" userId="946b4fef28eb09d6" providerId="LiveId" clId="{C605F247-6D44-47F7-9EE4-F6BCBF57058D}" dt="2026-09-27T23:32:52.071" v="498" actId="20577"/>
        <pc:sldMkLst>
          <pc:docMk/>
          <pc:sldMk cId="3584886135" sldId="257"/>
        </pc:sldMkLst>
        <pc:spChg chg="mod">
          <ac:chgData name="Noah McCarthy" userId="946b4fef28eb09d6" providerId="LiveId" clId="{C605F247-6D44-47F7-9EE4-F6BCBF57058D}" dt="2026-09-27T23:30:30.959" v="102" actId="20577"/>
          <ac:spMkLst>
            <pc:docMk/>
            <pc:sldMk cId="3584886135" sldId="257"/>
            <ac:spMk id="2" creationId="{607E5DC6-C802-1928-D952-326985563D69}"/>
          </ac:spMkLst>
        </pc:spChg>
        <pc:spChg chg="mod">
          <ac:chgData name="Noah McCarthy" userId="946b4fef28eb09d6" providerId="LiveId" clId="{C605F247-6D44-47F7-9EE4-F6BCBF57058D}" dt="2026-09-27T23:32:52.071" v="498" actId="20577"/>
          <ac:spMkLst>
            <pc:docMk/>
            <pc:sldMk cId="3584886135" sldId="257"/>
            <ac:spMk id="3" creationId="{8FCD991C-8674-D0C9-952C-1E8BEC72F0A9}"/>
          </ac:spMkLst>
        </pc:spChg>
      </pc:sldChg>
      <pc:sldChg chg="new del">
        <pc:chgData name="Noah McCarthy" userId="946b4fef28eb09d6" providerId="LiveId" clId="{C605F247-6D44-47F7-9EE4-F6BCBF57058D}" dt="2026-09-27T23:33:10.456" v="500" actId="2696"/>
        <pc:sldMkLst>
          <pc:docMk/>
          <pc:sldMk cId="750077323" sldId="258"/>
        </pc:sldMkLst>
      </pc:sldChg>
      <pc:sldChg chg="addSp modSp new mod setBg">
        <pc:chgData name="Noah McCarthy" userId="946b4fef28eb09d6" providerId="LiveId" clId="{C605F247-6D44-47F7-9EE4-F6BCBF57058D}" dt="2026-09-27T23:33:58.294" v="561" actId="26606"/>
        <pc:sldMkLst>
          <pc:docMk/>
          <pc:sldMk cId="2763835520" sldId="258"/>
        </pc:sldMkLst>
        <pc:spChg chg="mod">
          <ac:chgData name="Noah McCarthy" userId="946b4fef28eb09d6" providerId="LiveId" clId="{C605F247-6D44-47F7-9EE4-F6BCBF57058D}" dt="2026-09-27T23:33:58.294" v="561" actId="26606"/>
          <ac:spMkLst>
            <pc:docMk/>
            <pc:sldMk cId="2763835520" sldId="258"/>
            <ac:spMk id="2" creationId="{8243E207-655B-E01A-4CB4-C73C07EB66F5}"/>
          </ac:spMkLst>
        </pc:spChg>
        <pc:spChg chg="add">
          <ac:chgData name="Noah McCarthy" userId="946b4fef28eb09d6" providerId="LiveId" clId="{C605F247-6D44-47F7-9EE4-F6BCBF57058D}" dt="2026-09-27T23:33:58.294" v="561" actId="26606"/>
          <ac:spMkLst>
            <pc:docMk/>
            <pc:sldMk cId="2763835520" sldId="258"/>
            <ac:spMk id="7" creationId="{F5258B98-3BD5-0A20-B0E7-944EAEB2654A}"/>
          </ac:spMkLst>
        </pc:spChg>
        <pc:spChg chg="add">
          <ac:chgData name="Noah McCarthy" userId="946b4fef28eb09d6" providerId="LiveId" clId="{C605F247-6D44-47F7-9EE4-F6BCBF57058D}" dt="2026-09-27T23:33:58.294" v="561" actId="26606"/>
          <ac:spMkLst>
            <pc:docMk/>
            <pc:sldMk cId="2763835520" sldId="258"/>
            <ac:spMk id="11" creationId="{B26DD882-9EA6-DF4B-AF70-0C6166EA8FC9}"/>
          </ac:spMkLst>
        </pc:spChg>
        <pc:spChg chg="add">
          <ac:chgData name="Noah McCarthy" userId="946b4fef28eb09d6" providerId="LiveId" clId="{C605F247-6D44-47F7-9EE4-F6BCBF57058D}" dt="2026-09-27T23:33:58.294" v="561" actId="26606"/>
          <ac:spMkLst>
            <pc:docMk/>
            <pc:sldMk cId="2763835520" sldId="258"/>
            <ac:spMk id="13" creationId="{EFB2E755-2902-3512-ABBE-E472FC038976}"/>
          </ac:spMkLst>
        </pc:spChg>
        <pc:cxnChg chg="add">
          <ac:chgData name="Noah McCarthy" userId="946b4fef28eb09d6" providerId="LiveId" clId="{C605F247-6D44-47F7-9EE4-F6BCBF57058D}" dt="2026-09-27T23:33:58.294" v="561" actId="26606"/>
          <ac:cxnSpMkLst>
            <pc:docMk/>
            <pc:sldMk cId="2763835520" sldId="258"/>
            <ac:cxnSpMk id="9" creationId="{1C74AEE6-9CA7-5247-DC34-99634247DF50}"/>
          </ac:cxnSpMkLst>
        </pc:cxnChg>
        <pc:cxnChg chg="add">
          <ac:chgData name="Noah McCarthy" userId="946b4fef28eb09d6" providerId="LiveId" clId="{C605F247-6D44-47F7-9EE4-F6BCBF57058D}" dt="2026-09-27T23:33:58.294" v="561" actId="26606"/>
          <ac:cxnSpMkLst>
            <pc:docMk/>
            <pc:sldMk cId="2763835520" sldId="258"/>
            <ac:cxnSpMk id="15" creationId="{5D6A2EB7-6350-58C2-B619-F0C3C0C06C08}"/>
          </ac:cxnSpMkLst>
        </pc:cxnChg>
      </pc:sldChg>
      <pc:sldChg chg="addSp delSp modSp new mod setBg">
        <pc:chgData name="Noah McCarthy" userId="946b4fef28eb09d6" providerId="LiveId" clId="{C605F247-6D44-47F7-9EE4-F6BCBF57058D}" dt="2026-09-27T23:43:58.999" v="1134" actId="26606"/>
        <pc:sldMkLst>
          <pc:docMk/>
          <pc:sldMk cId="1500849274" sldId="259"/>
        </pc:sldMkLst>
        <pc:spChg chg="mod">
          <ac:chgData name="Noah McCarthy" userId="946b4fef28eb09d6" providerId="LiveId" clId="{C605F247-6D44-47F7-9EE4-F6BCBF57058D}" dt="2026-09-27T23:43:58.999" v="1134" actId="26606"/>
          <ac:spMkLst>
            <pc:docMk/>
            <pc:sldMk cId="1500849274" sldId="259"/>
            <ac:spMk id="2" creationId="{8753F457-22EC-56BA-68CB-DE88454736BF}"/>
          </ac:spMkLst>
        </pc:spChg>
        <pc:spChg chg="del mod">
          <ac:chgData name="Noah McCarthy" userId="946b4fef28eb09d6" providerId="LiveId" clId="{C605F247-6D44-47F7-9EE4-F6BCBF57058D}" dt="2026-09-27T23:43:58.999" v="1134" actId="26606"/>
          <ac:spMkLst>
            <pc:docMk/>
            <pc:sldMk cId="1500849274" sldId="259"/>
            <ac:spMk id="3" creationId="{BA14EA25-BF09-91EC-7778-D3359D54A611}"/>
          </ac:spMkLst>
        </pc:spChg>
        <pc:spChg chg="add">
          <ac:chgData name="Noah McCarthy" userId="946b4fef28eb09d6" providerId="LiveId" clId="{C605F247-6D44-47F7-9EE4-F6BCBF57058D}" dt="2026-09-27T23:43:58.999" v="1134" actId="26606"/>
          <ac:spMkLst>
            <pc:docMk/>
            <pc:sldMk cId="1500849274" sldId="259"/>
            <ac:spMk id="9" creationId="{1C8B38D4-9D92-4608-A16B-260E8CC21335}"/>
          </ac:spMkLst>
        </pc:spChg>
        <pc:spChg chg="add">
          <ac:chgData name="Noah McCarthy" userId="946b4fef28eb09d6" providerId="LiveId" clId="{C605F247-6D44-47F7-9EE4-F6BCBF57058D}" dt="2026-09-27T23:43:58.999" v="1134" actId="26606"/>
          <ac:spMkLst>
            <pc:docMk/>
            <pc:sldMk cId="1500849274" sldId="259"/>
            <ac:spMk id="11" creationId="{0B25D2F4-7A0E-ACA7-3A97-AEE028D25753}"/>
          </ac:spMkLst>
        </pc:spChg>
        <pc:graphicFrameChg chg="add">
          <ac:chgData name="Noah McCarthy" userId="946b4fef28eb09d6" providerId="LiveId" clId="{C605F247-6D44-47F7-9EE4-F6BCBF57058D}" dt="2026-09-27T23:43:58.999" v="1134" actId="26606"/>
          <ac:graphicFrameMkLst>
            <pc:docMk/>
            <pc:sldMk cId="1500849274" sldId="259"/>
            <ac:graphicFrameMk id="5" creationId="{EE20C9A2-79B6-1143-F0B3-45FA44C2AB64}"/>
          </ac:graphicFrameMkLst>
        </pc:graphicFrameChg>
      </pc:sldChg>
      <pc:sldChg chg="addSp delSp modSp new mod setBg">
        <pc:chgData name="Noah McCarthy" userId="946b4fef28eb09d6" providerId="LiveId" clId="{C605F247-6D44-47F7-9EE4-F6BCBF57058D}" dt="2026-09-27T23:51:01.486" v="1633" actId="26606"/>
        <pc:sldMkLst>
          <pc:docMk/>
          <pc:sldMk cId="485325625" sldId="260"/>
        </pc:sldMkLst>
        <pc:spChg chg="mod">
          <ac:chgData name="Noah McCarthy" userId="946b4fef28eb09d6" providerId="LiveId" clId="{C605F247-6D44-47F7-9EE4-F6BCBF57058D}" dt="2026-09-27T23:51:01.473" v="1632" actId="26606"/>
          <ac:spMkLst>
            <pc:docMk/>
            <pc:sldMk cId="485325625" sldId="260"/>
            <ac:spMk id="2" creationId="{CA186FDE-AEE3-6C66-BC6C-5A27A937AF2E}"/>
          </ac:spMkLst>
        </pc:spChg>
        <pc:spChg chg="add del mod">
          <ac:chgData name="Noah McCarthy" userId="946b4fef28eb09d6" providerId="LiveId" clId="{C605F247-6D44-47F7-9EE4-F6BCBF57058D}" dt="2026-09-27T23:51:01.486" v="1633" actId="26606"/>
          <ac:spMkLst>
            <pc:docMk/>
            <pc:sldMk cId="485325625" sldId="260"/>
            <ac:spMk id="3" creationId="{D514388C-D8A5-E988-41CA-B76DA6191223}"/>
          </ac:spMkLst>
        </pc:spChg>
        <pc:spChg chg="add del">
          <ac:chgData name="Noah McCarthy" userId="946b4fef28eb09d6" providerId="LiveId" clId="{C605F247-6D44-47F7-9EE4-F6BCBF57058D}" dt="2026-09-27T23:51:01.473" v="1632" actId="26606"/>
          <ac:spMkLst>
            <pc:docMk/>
            <pc:sldMk cId="485325625" sldId="260"/>
            <ac:spMk id="9" creationId="{1C8B38D4-9D92-4608-A16B-260E8CC21335}"/>
          </ac:spMkLst>
        </pc:spChg>
        <pc:spChg chg="add del">
          <ac:chgData name="Noah McCarthy" userId="946b4fef28eb09d6" providerId="LiveId" clId="{C605F247-6D44-47F7-9EE4-F6BCBF57058D}" dt="2026-09-27T23:50:58.446" v="1630" actId="26606"/>
          <ac:spMkLst>
            <pc:docMk/>
            <pc:sldMk cId="485325625" sldId="260"/>
            <ac:spMk id="10" creationId="{5669F72C-E3FB-4C48-AEBD-AF7AC0D749C7}"/>
          </ac:spMkLst>
        </pc:spChg>
        <pc:spChg chg="add del">
          <ac:chgData name="Noah McCarthy" userId="946b4fef28eb09d6" providerId="LiveId" clId="{C605F247-6D44-47F7-9EE4-F6BCBF57058D}" dt="2026-09-27T23:51:01.473" v="1632" actId="26606"/>
          <ac:spMkLst>
            <pc:docMk/>
            <pc:sldMk cId="485325625" sldId="260"/>
            <ac:spMk id="11" creationId="{E9D51C6D-A440-71F4-45C3-86809652EBEC}"/>
          </ac:spMkLst>
        </pc:spChg>
        <pc:spChg chg="add del">
          <ac:chgData name="Noah McCarthy" userId="946b4fef28eb09d6" providerId="LiveId" clId="{C605F247-6D44-47F7-9EE4-F6BCBF57058D}" dt="2026-09-27T23:50:58.446" v="1630" actId="26606"/>
          <ac:spMkLst>
            <pc:docMk/>
            <pc:sldMk cId="485325625" sldId="260"/>
            <ac:spMk id="12" creationId="{0273E372-AAE1-7E3A-D35A-832630F6DB6C}"/>
          </ac:spMkLst>
        </pc:spChg>
        <pc:spChg chg="add del">
          <ac:chgData name="Noah McCarthy" userId="946b4fef28eb09d6" providerId="LiveId" clId="{C605F247-6D44-47F7-9EE4-F6BCBF57058D}" dt="2026-09-27T23:51:01.473" v="1632" actId="26606"/>
          <ac:spMkLst>
            <pc:docMk/>
            <pc:sldMk cId="485325625" sldId="260"/>
            <ac:spMk id="13" creationId="{99FA5DBC-93F5-A63F-41A3-8C0F26EE5E9B}"/>
          </ac:spMkLst>
        </pc:spChg>
        <pc:spChg chg="add del">
          <ac:chgData name="Noah McCarthy" userId="946b4fef28eb09d6" providerId="LiveId" clId="{C605F247-6D44-47F7-9EE4-F6BCBF57058D}" dt="2026-09-27T23:50:58.446" v="1630" actId="26606"/>
          <ac:spMkLst>
            <pc:docMk/>
            <pc:sldMk cId="485325625" sldId="260"/>
            <ac:spMk id="14" creationId="{F9F3AB66-42CF-94B3-7050-9DDAFC451FAB}"/>
          </ac:spMkLst>
        </pc:spChg>
        <pc:graphicFrameChg chg="add del">
          <ac:chgData name="Noah McCarthy" userId="946b4fef28eb09d6" providerId="LiveId" clId="{C605F247-6D44-47F7-9EE4-F6BCBF57058D}" dt="2026-09-27T23:51:01.473" v="1632" actId="26606"/>
          <ac:graphicFrameMkLst>
            <pc:docMk/>
            <pc:sldMk cId="485325625" sldId="260"/>
            <ac:graphicFrameMk id="5" creationId="{5A828E24-A808-DBAB-BF1B-748419AF28AC}"/>
          </ac:graphicFrameMkLst>
        </pc:graphicFrameChg>
        <pc:graphicFrameChg chg="add">
          <ac:chgData name="Noah McCarthy" userId="946b4fef28eb09d6" providerId="LiveId" clId="{C605F247-6D44-47F7-9EE4-F6BCBF57058D}" dt="2026-09-27T23:51:01.486" v="1633" actId="26606"/>
          <ac:graphicFrameMkLst>
            <pc:docMk/>
            <pc:sldMk cId="485325625" sldId="260"/>
            <ac:graphicFrameMk id="15" creationId="{53BCB0CE-B2B2-0B54-4922-B2D9EB39E8E5}"/>
          </ac:graphicFrameMkLst>
        </pc:graphicFrameChg>
        <pc:picChg chg="add del">
          <ac:chgData name="Noah McCarthy" userId="946b4fef28eb09d6" providerId="LiveId" clId="{C605F247-6D44-47F7-9EE4-F6BCBF57058D}" dt="2026-09-27T23:50:58.446" v="1630" actId="26606"/>
          <ac:picMkLst>
            <pc:docMk/>
            <pc:sldMk cId="485325625" sldId="260"/>
            <ac:picMk id="7" creationId="{CFA5A7EC-BEDE-36A7-CC03-D6AF28CBFEED}"/>
          </ac:picMkLst>
        </pc:picChg>
      </pc:sldChg>
      <pc:sldChg chg="addSp delSp modSp new mod setBg">
        <pc:chgData name="Noah McCarthy" userId="946b4fef28eb09d6" providerId="LiveId" clId="{C605F247-6D44-47F7-9EE4-F6BCBF57058D}" dt="2026-09-27T23:53:45.693" v="2090" actId="26606"/>
        <pc:sldMkLst>
          <pc:docMk/>
          <pc:sldMk cId="2307572120" sldId="261"/>
        </pc:sldMkLst>
        <pc:spChg chg="mod">
          <ac:chgData name="Noah McCarthy" userId="946b4fef28eb09d6" providerId="LiveId" clId="{C605F247-6D44-47F7-9EE4-F6BCBF57058D}" dt="2026-09-27T23:53:45.693" v="2090" actId="26606"/>
          <ac:spMkLst>
            <pc:docMk/>
            <pc:sldMk cId="2307572120" sldId="261"/>
            <ac:spMk id="2" creationId="{BDF11B22-EA21-0AA4-73BA-D4B70D2E14B1}"/>
          </ac:spMkLst>
        </pc:spChg>
        <pc:spChg chg="del mod">
          <ac:chgData name="Noah McCarthy" userId="946b4fef28eb09d6" providerId="LiveId" clId="{C605F247-6D44-47F7-9EE4-F6BCBF57058D}" dt="2026-09-27T23:53:45.693" v="2090" actId="26606"/>
          <ac:spMkLst>
            <pc:docMk/>
            <pc:sldMk cId="2307572120" sldId="261"/>
            <ac:spMk id="3" creationId="{A11BB4B6-7301-AF23-5A4F-59201258F4C0}"/>
          </ac:spMkLst>
        </pc:spChg>
        <pc:spChg chg="add">
          <ac:chgData name="Noah McCarthy" userId="946b4fef28eb09d6" providerId="LiveId" clId="{C605F247-6D44-47F7-9EE4-F6BCBF57058D}" dt="2026-09-27T23:53:45.693" v="2090" actId="26606"/>
          <ac:spMkLst>
            <pc:docMk/>
            <pc:sldMk cId="2307572120" sldId="261"/>
            <ac:spMk id="9" creationId="{1C8B38D4-9D92-4608-A16B-260E8CC21335}"/>
          </ac:spMkLst>
        </pc:spChg>
        <pc:spChg chg="add">
          <ac:chgData name="Noah McCarthy" userId="946b4fef28eb09d6" providerId="LiveId" clId="{C605F247-6D44-47F7-9EE4-F6BCBF57058D}" dt="2026-09-27T23:53:45.693" v="2090" actId="26606"/>
          <ac:spMkLst>
            <pc:docMk/>
            <pc:sldMk cId="2307572120" sldId="261"/>
            <ac:spMk id="11" creationId="{E9D51C6D-A440-71F4-45C3-86809652EBEC}"/>
          </ac:spMkLst>
        </pc:spChg>
        <pc:spChg chg="add">
          <ac:chgData name="Noah McCarthy" userId="946b4fef28eb09d6" providerId="LiveId" clId="{C605F247-6D44-47F7-9EE4-F6BCBF57058D}" dt="2026-09-27T23:53:45.693" v="2090" actId="26606"/>
          <ac:spMkLst>
            <pc:docMk/>
            <pc:sldMk cId="2307572120" sldId="261"/>
            <ac:spMk id="13" creationId="{99FA5DBC-93F5-A63F-41A3-8C0F26EE5E9B}"/>
          </ac:spMkLst>
        </pc:spChg>
        <pc:graphicFrameChg chg="add">
          <ac:chgData name="Noah McCarthy" userId="946b4fef28eb09d6" providerId="LiveId" clId="{C605F247-6D44-47F7-9EE4-F6BCBF57058D}" dt="2026-09-27T23:53:45.693" v="2090" actId="26606"/>
          <ac:graphicFrameMkLst>
            <pc:docMk/>
            <pc:sldMk cId="2307572120" sldId="261"/>
            <ac:graphicFrameMk id="5" creationId="{3143F134-5FCE-1455-E0FC-10A74AAF3A0B}"/>
          </ac:graphicFrameMkLst>
        </pc:graphicFrameChg>
      </pc:sldChg>
      <pc:sldChg chg="addSp delSp modSp new mod setBg">
        <pc:chgData name="Noah McCarthy" userId="946b4fef28eb09d6" providerId="LiveId" clId="{C605F247-6D44-47F7-9EE4-F6BCBF57058D}" dt="2026-09-27T23:57:27.686" v="2600" actId="26606"/>
        <pc:sldMkLst>
          <pc:docMk/>
          <pc:sldMk cId="3427741744" sldId="262"/>
        </pc:sldMkLst>
        <pc:spChg chg="mod">
          <ac:chgData name="Noah McCarthy" userId="946b4fef28eb09d6" providerId="LiveId" clId="{C605F247-6D44-47F7-9EE4-F6BCBF57058D}" dt="2026-09-27T23:57:27.686" v="2600" actId="26606"/>
          <ac:spMkLst>
            <pc:docMk/>
            <pc:sldMk cId="3427741744" sldId="262"/>
            <ac:spMk id="2" creationId="{518FDAC2-EDC2-B31B-0471-C2757BC2717B}"/>
          </ac:spMkLst>
        </pc:spChg>
        <pc:spChg chg="mod">
          <ac:chgData name="Noah McCarthy" userId="946b4fef28eb09d6" providerId="LiveId" clId="{C605F247-6D44-47F7-9EE4-F6BCBF57058D}" dt="2026-09-27T23:57:27.686" v="2600" actId="26606"/>
          <ac:spMkLst>
            <pc:docMk/>
            <pc:sldMk cId="3427741744" sldId="262"/>
            <ac:spMk id="3" creationId="{FEC6056E-5055-9768-8314-B958899A92C0}"/>
          </ac:spMkLst>
        </pc:spChg>
        <pc:spChg chg="add del mod">
          <ac:chgData name="Noah McCarthy" userId="946b4fef28eb09d6" providerId="LiveId" clId="{C605F247-6D44-47F7-9EE4-F6BCBF57058D}" dt="2026-09-27T23:57:07.220" v="2599"/>
          <ac:spMkLst>
            <pc:docMk/>
            <pc:sldMk cId="3427741744" sldId="262"/>
            <ac:spMk id="4" creationId="{43BB1325-ED8C-2BB5-DF1A-9BF60E4E1A37}"/>
          </ac:spMkLst>
        </pc:spChg>
        <pc:spChg chg="add">
          <ac:chgData name="Noah McCarthy" userId="946b4fef28eb09d6" providerId="LiveId" clId="{C605F247-6D44-47F7-9EE4-F6BCBF57058D}" dt="2026-09-27T23:57:27.686" v="2600" actId="26606"/>
          <ac:spMkLst>
            <pc:docMk/>
            <pc:sldMk cId="3427741744" sldId="262"/>
            <ac:spMk id="9" creationId="{3DAD064D-86F0-42ED-B520-99689857918E}"/>
          </ac:spMkLst>
        </pc:spChg>
        <pc:spChg chg="add">
          <ac:chgData name="Noah McCarthy" userId="946b4fef28eb09d6" providerId="LiveId" clId="{C605F247-6D44-47F7-9EE4-F6BCBF57058D}" dt="2026-09-27T23:57:27.686" v="2600" actId="26606"/>
          <ac:spMkLst>
            <pc:docMk/>
            <pc:sldMk cId="3427741744" sldId="262"/>
            <ac:spMk id="11" creationId="{17A4D85E-F98A-F670-16C3-7B2B0DA3A0DA}"/>
          </ac:spMkLst>
        </pc:spChg>
        <pc:picChg chg="add">
          <ac:chgData name="Noah McCarthy" userId="946b4fef28eb09d6" providerId="LiveId" clId="{C605F247-6D44-47F7-9EE4-F6BCBF57058D}" dt="2026-09-27T23:57:27.686" v="2600" actId="26606"/>
          <ac:picMkLst>
            <pc:docMk/>
            <pc:sldMk cId="3427741744" sldId="262"/>
            <ac:picMk id="5" creationId="{3CBA0C49-7F31-4CFC-9B89-2DC12AA49E29}"/>
          </ac:picMkLst>
        </pc:picChg>
      </pc:sldChg>
      <pc:sldChg chg="addSp delSp modSp new mod setBg">
        <pc:chgData name="Noah McCarthy" userId="946b4fef28eb09d6" providerId="LiveId" clId="{C605F247-6D44-47F7-9EE4-F6BCBF57058D}" dt="2026-09-27T23:57:39.523" v="2603" actId="26606"/>
        <pc:sldMkLst>
          <pc:docMk/>
          <pc:sldMk cId="657957814" sldId="263"/>
        </pc:sldMkLst>
        <pc:spChg chg="mod">
          <ac:chgData name="Noah McCarthy" userId="946b4fef28eb09d6" providerId="LiveId" clId="{C605F247-6D44-47F7-9EE4-F6BCBF57058D}" dt="2026-09-27T23:57:39.523" v="2603" actId="26606"/>
          <ac:spMkLst>
            <pc:docMk/>
            <pc:sldMk cId="657957814" sldId="263"/>
            <ac:spMk id="2" creationId="{6B3DBBFC-ECC4-E0A7-E7F3-49DDFDA62812}"/>
          </ac:spMkLst>
        </pc:spChg>
        <pc:spChg chg="mod">
          <ac:chgData name="Noah McCarthy" userId="946b4fef28eb09d6" providerId="LiveId" clId="{C605F247-6D44-47F7-9EE4-F6BCBF57058D}" dt="2026-09-27T23:57:39.523" v="2603" actId="26606"/>
          <ac:spMkLst>
            <pc:docMk/>
            <pc:sldMk cId="657957814" sldId="263"/>
            <ac:spMk id="3" creationId="{8897AE86-2003-5538-52D3-712C40137B48}"/>
          </ac:spMkLst>
        </pc:spChg>
        <pc:spChg chg="add del">
          <ac:chgData name="Noah McCarthy" userId="946b4fef28eb09d6" providerId="LiveId" clId="{C605F247-6D44-47F7-9EE4-F6BCBF57058D}" dt="2026-09-27T23:57:39.508" v="2602" actId="26606"/>
          <ac:spMkLst>
            <pc:docMk/>
            <pc:sldMk cId="657957814" sldId="263"/>
            <ac:spMk id="8" creationId="{F5258B98-3BD5-0A20-B0E7-944EAEB2654A}"/>
          </ac:spMkLst>
        </pc:spChg>
        <pc:spChg chg="add del">
          <ac:chgData name="Noah McCarthy" userId="946b4fef28eb09d6" providerId="LiveId" clId="{C605F247-6D44-47F7-9EE4-F6BCBF57058D}" dt="2026-09-27T23:57:39.508" v="2602" actId="26606"/>
          <ac:spMkLst>
            <pc:docMk/>
            <pc:sldMk cId="657957814" sldId="263"/>
            <ac:spMk id="12" creationId="{FC6F8EF8-DB86-BC7F-35DC-B66F068FC18B}"/>
          </ac:spMkLst>
        </pc:spChg>
        <pc:spChg chg="add del">
          <ac:chgData name="Noah McCarthy" userId="946b4fef28eb09d6" providerId="LiveId" clId="{C605F247-6D44-47F7-9EE4-F6BCBF57058D}" dt="2026-09-27T23:57:39.508" v="2602" actId="26606"/>
          <ac:spMkLst>
            <pc:docMk/>
            <pc:sldMk cId="657957814" sldId="263"/>
            <ac:spMk id="14" creationId="{ACDE52ED-9672-C6F4-5341-0DADA991789A}"/>
          </ac:spMkLst>
        </pc:spChg>
        <pc:spChg chg="add">
          <ac:chgData name="Noah McCarthy" userId="946b4fef28eb09d6" providerId="LiveId" clId="{C605F247-6D44-47F7-9EE4-F6BCBF57058D}" dt="2026-09-27T23:57:39.523" v="2603" actId="26606"/>
          <ac:spMkLst>
            <pc:docMk/>
            <pc:sldMk cId="657957814" sldId="263"/>
            <ac:spMk id="19" creationId="{F5258B98-3BD5-0A20-B0E7-944EAEB2654A}"/>
          </ac:spMkLst>
        </pc:spChg>
        <pc:spChg chg="add">
          <ac:chgData name="Noah McCarthy" userId="946b4fef28eb09d6" providerId="LiveId" clId="{C605F247-6D44-47F7-9EE4-F6BCBF57058D}" dt="2026-09-27T23:57:39.523" v="2603" actId="26606"/>
          <ac:spMkLst>
            <pc:docMk/>
            <pc:sldMk cId="657957814" sldId="263"/>
            <ac:spMk id="21" creationId="{FC6F8EF8-DB86-BC7F-35DC-B66F068FC18B}"/>
          </ac:spMkLst>
        </pc:spChg>
        <pc:spChg chg="add">
          <ac:chgData name="Noah McCarthy" userId="946b4fef28eb09d6" providerId="LiveId" clId="{C605F247-6D44-47F7-9EE4-F6BCBF57058D}" dt="2026-09-27T23:57:39.523" v="2603" actId="26606"/>
          <ac:spMkLst>
            <pc:docMk/>
            <pc:sldMk cId="657957814" sldId="263"/>
            <ac:spMk id="22" creationId="{CBC8D383-4E6C-02EE-EBF0-161AF241F730}"/>
          </ac:spMkLst>
        </pc:spChg>
        <pc:spChg chg="add">
          <ac:chgData name="Noah McCarthy" userId="946b4fef28eb09d6" providerId="LiveId" clId="{C605F247-6D44-47F7-9EE4-F6BCBF57058D}" dt="2026-09-27T23:57:39.523" v="2603" actId="26606"/>
          <ac:spMkLst>
            <pc:docMk/>
            <pc:sldMk cId="657957814" sldId="263"/>
            <ac:spMk id="23" creationId="{ACDE52ED-9672-C6F4-5341-0DADA991789A}"/>
          </ac:spMkLst>
        </pc:spChg>
        <pc:cxnChg chg="add del">
          <ac:chgData name="Noah McCarthy" userId="946b4fef28eb09d6" providerId="LiveId" clId="{C605F247-6D44-47F7-9EE4-F6BCBF57058D}" dt="2026-09-27T23:57:39.508" v="2602" actId="26606"/>
          <ac:cxnSpMkLst>
            <pc:docMk/>
            <pc:sldMk cId="657957814" sldId="263"/>
            <ac:cxnSpMk id="10" creationId="{1C74AEE6-9CA7-5247-DC34-99634247DF50}"/>
          </ac:cxnSpMkLst>
        </pc:cxnChg>
        <pc:cxnChg chg="add del">
          <ac:chgData name="Noah McCarthy" userId="946b4fef28eb09d6" providerId="LiveId" clId="{C605F247-6D44-47F7-9EE4-F6BCBF57058D}" dt="2026-09-27T23:57:39.508" v="2602" actId="26606"/>
          <ac:cxnSpMkLst>
            <pc:docMk/>
            <pc:sldMk cId="657957814" sldId="263"/>
            <ac:cxnSpMk id="16" creationId="{A48FFDED-D19A-5971-9E62-D66F69A8F8A2}"/>
          </ac:cxnSpMkLst>
        </pc:cxnChg>
        <pc:cxnChg chg="add">
          <ac:chgData name="Noah McCarthy" userId="946b4fef28eb09d6" providerId="LiveId" clId="{C605F247-6D44-47F7-9EE4-F6BCBF57058D}" dt="2026-09-27T23:57:39.523" v="2603" actId="26606"/>
          <ac:cxnSpMkLst>
            <pc:docMk/>
            <pc:sldMk cId="657957814" sldId="263"/>
            <ac:cxnSpMk id="18" creationId="{A48FFDED-D19A-5971-9E62-D66F69A8F8A2}"/>
          </ac:cxnSpMkLst>
        </pc:cxnChg>
        <pc:cxnChg chg="add">
          <ac:chgData name="Noah McCarthy" userId="946b4fef28eb09d6" providerId="LiveId" clId="{C605F247-6D44-47F7-9EE4-F6BCBF57058D}" dt="2026-09-27T23:57:39.523" v="2603" actId="26606"/>
          <ac:cxnSpMkLst>
            <pc:docMk/>
            <pc:sldMk cId="657957814" sldId="263"/>
            <ac:cxnSpMk id="20" creationId="{1C74AEE6-9CA7-5247-DC34-99634247DF50}"/>
          </ac:cxnSpMkLst>
        </pc:cxnChg>
      </pc:sldChg>
      <pc:sldMasterChg chg="del delSldLayout">
        <pc:chgData name="Noah McCarthy" userId="946b4fef28eb09d6" providerId="LiveId" clId="{C605F247-6D44-47F7-9EE4-F6BCBF57058D}" dt="2026-09-27T23:29:09.827" v="74" actId="26606"/>
        <pc:sldMasterMkLst>
          <pc:docMk/>
          <pc:sldMasterMk cId="2222399034" sldId="2147483660"/>
        </pc:sldMasterMkLst>
        <pc:sldLayoutChg chg="del">
          <pc:chgData name="Noah McCarthy" userId="946b4fef28eb09d6" providerId="LiveId" clId="{C605F247-6D44-47F7-9EE4-F6BCBF57058D}" dt="2026-09-27T23:29:09.827" v="74" actId="26606"/>
          <pc:sldLayoutMkLst>
            <pc:docMk/>
            <pc:sldMasterMk cId="2222399034" sldId="2147483660"/>
            <pc:sldLayoutMk cId="992303045" sldId="2147483661"/>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662572857" sldId="2147483662"/>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196098885" sldId="2147483663"/>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3702775783" sldId="2147483664"/>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2163563798" sldId="2147483665"/>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2144990061" sldId="2147483666"/>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2915276591" sldId="2147483667"/>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388034366" sldId="2147483668"/>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885685139" sldId="2147483669"/>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3205212434" sldId="2147483670"/>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2818198888" sldId="2147483671"/>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2159068511" sldId="2147483672"/>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265934293" sldId="2147483673"/>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3630826455" sldId="2147483674"/>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2647479875" sldId="2147483675"/>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3983172751" sldId="2147483676"/>
          </pc:sldLayoutMkLst>
        </pc:sldLayoutChg>
        <pc:sldLayoutChg chg="del">
          <pc:chgData name="Noah McCarthy" userId="946b4fef28eb09d6" providerId="LiveId" clId="{C605F247-6D44-47F7-9EE4-F6BCBF57058D}" dt="2026-09-27T23:29:09.827" v="74" actId="26606"/>
          <pc:sldLayoutMkLst>
            <pc:docMk/>
            <pc:sldMasterMk cId="2222399034" sldId="2147483660"/>
            <pc:sldLayoutMk cId="1646445706" sldId="2147483677"/>
          </pc:sldLayoutMkLst>
        </pc:sldLayoutChg>
      </pc:sldMasterChg>
      <pc:sldMasterChg chg="add addSldLayout">
        <pc:chgData name="Noah McCarthy" userId="946b4fef28eb09d6" providerId="LiveId" clId="{C605F247-6D44-47F7-9EE4-F6BCBF57058D}" dt="2026-09-27T23:29:09.827" v="74" actId="26606"/>
        <pc:sldMasterMkLst>
          <pc:docMk/>
          <pc:sldMasterMk cId="2642416279" sldId="2147483737"/>
        </pc:sldMasterMkLst>
        <pc:sldLayoutChg chg="add">
          <pc:chgData name="Noah McCarthy" userId="946b4fef28eb09d6" providerId="LiveId" clId="{C605F247-6D44-47F7-9EE4-F6BCBF57058D}" dt="2026-09-27T23:29:09.827" v="74" actId="26606"/>
          <pc:sldLayoutMkLst>
            <pc:docMk/>
            <pc:sldMasterMk cId="2642416279" sldId="2147483737"/>
            <pc:sldLayoutMk cId="441686318" sldId="2147483726"/>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737683789" sldId="2147483727"/>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3158941459" sldId="2147483728"/>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2497285455" sldId="2147483729"/>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2098783347" sldId="2147483730"/>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3666957187" sldId="2147483731"/>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1280701084" sldId="2147483732"/>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3289769359" sldId="2147483733"/>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2295384522" sldId="2147483734"/>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2698483275" sldId="2147483735"/>
          </pc:sldLayoutMkLst>
        </pc:sldLayoutChg>
        <pc:sldLayoutChg chg="add">
          <pc:chgData name="Noah McCarthy" userId="946b4fef28eb09d6" providerId="LiveId" clId="{C605F247-6D44-47F7-9EE4-F6BCBF57058D}" dt="2026-09-27T23:29:09.827" v="74" actId="26606"/>
          <pc:sldLayoutMkLst>
            <pc:docMk/>
            <pc:sldMasterMk cId="2642416279" sldId="2147483737"/>
            <pc:sldLayoutMk cId="4009207350" sldId="2147483736"/>
          </pc:sldLayoutMkLst>
        </pc:sldLayoutChg>
      </pc:sldMaster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ata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6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41E36B-19B9-4843-879D-1729D25661C2}" type="doc">
      <dgm:prSet loTypeId="urn:microsoft.com/office/officeart/2018/2/layout/IconVerticalSolidList" loCatId="icon" qsTypeId="urn:microsoft.com/office/officeart/2005/8/quickstyle/simple1#45" qsCatId="simple" csTypeId="urn:microsoft.com/office/officeart/2018/5/colors/Iconchunking_neutralbg_colorful1" csCatId="colorful" phldr="1"/>
      <dgm:spPr/>
      <dgm:t>
        <a:bodyPr/>
        <a:lstStyle/>
        <a:p>
          <a:endParaRPr lang="en-US"/>
        </a:p>
      </dgm:t>
    </dgm:pt>
    <dgm:pt modelId="{0F6F2821-D0BC-443C-B114-E4B0A8F902D5}">
      <dgm:prSet/>
      <dgm:spPr/>
      <dgm:t>
        <a:bodyPr/>
        <a:lstStyle/>
        <a:p>
          <a:r>
            <a:rPr lang="en-US"/>
            <a:t>People have a natural tendency to blame the people involved in an incident.</a:t>
          </a:r>
        </a:p>
      </dgm:t>
    </dgm:pt>
    <dgm:pt modelId="{CC01AF02-EC86-440B-BF43-5C0D723BC60A}" type="parTrans" cxnId="{F9A3C144-5753-4763-9333-5B5C0B139F82}">
      <dgm:prSet/>
      <dgm:spPr/>
      <dgm:t>
        <a:bodyPr/>
        <a:lstStyle/>
        <a:p>
          <a:endParaRPr lang="en-US"/>
        </a:p>
      </dgm:t>
    </dgm:pt>
    <dgm:pt modelId="{5E34F6DD-1856-46BE-BB28-10A37AD50BB2}" type="sibTrans" cxnId="{F9A3C144-5753-4763-9333-5B5C0B139F82}">
      <dgm:prSet/>
      <dgm:spPr/>
      <dgm:t>
        <a:bodyPr/>
        <a:lstStyle/>
        <a:p>
          <a:endParaRPr lang="en-US"/>
        </a:p>
      </dgm:t>
    </dgm:pt>
    <dgm:pt modelId="{CC202AA3-9C47-4399-B7E0-6D8279739E04}">
      <dgm:prSet/>
      <dgm:spPr/>
      <dgm:t>
        <a:bodyPr/>
        <a:lstStyle/>
        <a:p>
          <a:r>
            <a:rPr lang="en-US"/>
            <a:t>So, to uphold a just culture, you want to ensure your employees avoid making quick judgments. Nothing ever has to be made immediately on the spot. Take time to include more information and sides of the story to avoid the influence of bias.</a:t>
          </a:r>
        </a:p>
      </dgm:t>
    </dgm:pt>
    <dgm:pt modelId="{DDC733F7-F1E9-47E5-9393-57864432FFBF}" type="parTrans" cxnId="{3E6A1F8E-76F6-4929-8461-FA020C4BDE59}">
      <dgm:prSet/>
      <dgm:spPr/>
      <dgm:t>
        <a:bodyPr/>
        <a:lstStyle/>
        <a:p>
          <a:endParaRPr lang="en-US"/>
        </a:p>
      </dgm:t>
    </dgm:pt>
    <dgm:pt modelId="{914C0787-9062-460F-9680-53B6715BE3F3}" type="sibTrans" cxnId="{3E6A1F8E-76F6-4929-8461-FA020C4BDE59}">
      <dgm:prSet/>
      <dgm:spPr/>
      <dgm:t>
        <a:bodyPr/>
        <a:lstStyle/>
        <a:p>
          <a:endParaRPr lang="en-US"/>
        </a:p>
      </dgm:t>
    </dgm:pt>
    <dgm:pt modelId="{9C87BCB7-61EA-431E-AB1A-CB02CB08A2F8}" type="pres">
      <dgm:prSet presAssocID="{C241E36B-19B9-4843-879D-1729D25661C2}" presName="root" presStyleCnt="0">
        <dgm:presLayoutVars>
          <dgm:dir/>
          <dgm:resizeHandles val="exact"/>
        </dgm:presLayoutVars>
      </dgm:prSet>
      <dgm:spPr/>
    </dgm:pt>
    <dgm:pt modelId="{29D3620D-F22F-478A-AC9D-EC6D49DA1B85}" type="pres">
      <dgm:prSet presAssocID="{0F6F2821-D0BC-443C-B114-E4B0A8F902D5}" presName="compNode" presStyleCnt="0"/>
      <dgm:spPr/>
    </dgm:pt>
    <dgm:pt modelId="{D80605F7-3914-4B96-A145-339EDA8285BE}" type="pres">
      <dgm:prSet presAssocID="{0F6F2821-D0BC-443C-B114-E4B0A8F902D5}" presName="bgRect" presStyleLbl="bgShp" presStyleIdx="0" presStyleCnt="2"/>
      <dgm:spPr/>
    </dgm:pt>
    <dgm:pt modelId="{3803C00C-1926-4FEB-95ED-E7A2E3211DB0}" type="pres">
      <dgm:prSet presAssocID="{0F6F2821-D0BC-443C-B114-E4B0A8F902D5}"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oup"/>
        </a:ext>
      </dgm:extLst>
    </dgm:pt>
    <dgm:pt modelId="{94FED77A-A252-484D-AB1B-1BEE7264A989}" type="pres">
      <dgm:prSet presAssocID="{0F6F2821-D0BC-443C-B114-E4B0A8F902D5}" presName="spaceRect" presStyleCnt="0"/>
      <dgm:spPr/>
    </dgm:pt>
    <dgm:pt modelId="{A3BE7356-1B95-4C60-B0A0-BD63DB6ED5B5}" type="pres">
      <dgm:prSet presAssocID="{0F6F2821-D0BC-443C-B114-E4B0A8F902D5}" presName="parTx" presStyleLbl="revTx" presStyleIdx="0" presStyleCnt="2">
        <dgm:presLayoutVars>
          <dgm:chMax val="0"/>
          <dgm:chPref val="0"/>
        </dgm:presLayoutVars>
      </dgm:prSet>
      <dgm:spPr/>
    </dgm:pt>
    <dgm:pt modelId="{A7AECD05-FB37-4B14-9935-4FCF440469A3}" type="pres">
      <dgm:prSet presAssocID="{5E34F6DD-1856-46BE-BB28-10A37AD50BB2}" presName="sibTrans" presStyleCnt="0"/>
      <dgm:spPr/>
    </dgm:pt>
    <dgm:pt modelId="{CA69C6C5-60B1-4182-A8D4-1C2405D720F8}" type="pres">
      <dgm:prSet presAssocID="{CC202AA3-9C47-4399-B7E0-6D8279739E04}" presName="compNode" presStyleCnt="0"/>
      <dgm:spPr/>
    </dgm:pt>
    <dgm:pt modelId="{1B030555-08B4-4C74-A399-01CB3BF81755}" type="pres">
      <dgm:prSet presAssocID="{CC202AA3-9C47-4399-B7E0-6D8279739E04}" presName="bgRect" presStyleLbl="bgShp" presStyleIdx="1" presStyleCnt="2"/>
      <dgm:spPr/>
    </dgm:pt>
    <dgm:pt modelId="{E93E349C-EC3A-417C-B16E-EC0DCCD0920B}" type="pres">
      <dgm:prSet presAssocID="{CC202AA3-9C47-4399-B7E0-6D8279739E0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2336652B-7912-4328-8600-ADB36C7D7542}" type="pres">
      <dgm:prSet presAssocID="{CC202AA3-9C47-4399-B7E0-6D8279739E04}" presName="spaceRect" presStyleCnt="0"/>
      <dgm:spPr/>
    </dgm:pt>
    <dgm:pt modelId="{3C9F36D3-7D16-4714-9641-54ABAE5ABF2D}" type="pres">
      <dgm:prSet presAssocID="{CC202AA3-9C47-4399-B7E0-6D8279739E04}" presName="parTx" presStyleLbl="revTx" presStyleIdx="1" presStyleCnt="2">
        <dgm:presLayoutVars>
          <dgm:chMax val="0"/>
          <dgm:chPref val="0"/>
        </dgm:presLayoutVars>
      </dgm:prSet>
      <dgm:spPr/>
    </dgm:pt>
  </dgm:ptLst>
  <dgm:cxnLst>
    <dgm:cxn modelId="{A432CA14-C942-493C-8847-F905B83D0B7D}" type="presOf" srcId="{C241E36B-19B9-4843-879D-1729D25661C2}" destId="{9C87BCB7-61EA-431E-AB1A-CB02CB08A2F8}" srcOrd="0" destOrd="0" presId="urn:microsoft.com/office/officeart/2018/2/layout/IconVerticalSolidList"/>
    <dgm:cxn modelId="{F9A3C144-5753-4763-9333-5B5C0B139F82}" srcId="{C241E36B-19B9-4843-879D-1729D25661C2}" destId="{0F6F2821-D0BC-443C-B114-E4B0A8F902D5}" srcOrd="0" destOrd="0" parTransId="{CC01AF02-EC86-440B-BF43-5C0D723BC60A}" sibTransId="{5E34F6DD-1856-46BE-BB28-10A37AD50BB2}"/>
    <dgm:cxn modelId="{3E6A1F8E-76F6-4929-8461-FA020C4BDE59}" srcId="{C241E36B-19B9-4843-879D-1729D25661C2}" destId="{CC202AA3-9C47-4399-B7E0-6D8279739E04}" srcOrd="1" destOrd="0" parTransId="{DDC733F7-F1E9-47E5-9393-57864432FFBF}" sibTransId="{914C0787-9062-460F-9680-53B6715BE3F3}"/>
    <dgm:cxn modelId="{A4BD79A8-D086-4C13-94A4-2690AB9FE389}" type="presOf" srcId="{0F6F2821-D0BC-443C-B114-E4B0A8F902D5}" destId="{A3BE7356-1B95-4C60-B0A0-BD63DB6ED5B5}" srcOrd="0" destOrd="0" presId="urn:microsoft.com/office/officeart/2018/2/layout/IconVerticalSolidList"/>
    <dgm:cxn modelId="{959D8FA9-60D5-484B-9CF9-33C18FF4F166}" type="presOf" srcId="{CC202AA3-9C47-4399-B7E0-6D8279739E04}" destId="{3C9F36D3-7D16-4714-9641-54ABAE5ABF2D}" srcOrd="0" destOrd="0" presId="urn:microsoft.com/office/officeart/2018/2/layout/IconVerticalSolidList"/>
    <dgm:cxn modelId="{0B850778-76EF-4D59-A965-631AF17C54DD}" type="presParOf" srcId="{9C87BCB7-61EA-431E-AB1A-CB02CB08A2F8}" destId="{29D3620D-F22F-478A-AC9D-EC6D49DA1B85}" srcOrd="0" destOrd="0" presId="urn:microsoft.com/office/officeart/2018/2/layout/IconVerticalSolidList"/>
    <dgm:cxn modelId="{1DF28A03-7AC2-4CAE-9590-146BF0FECB27}" type="presParOf" srcId="{29D3620D-F22F-478A-AC9D-EC6D49DA1B85}" destId="{D80605F7-3914-4B96-A145-339EDA8285BE}" srcOrd="0" destOrd="0" presId="urn:microsoft.com/office/officeart/2018/2/layout/IconVerticalSolidList"/>
    <dgm:cxn modelId="{D1339F4D-6295-47E0-83F5-4C7B809F6A07}" type="presParOf" srcId="{29D3620D-F22F-478A-AC9D-EC6D49DA1B85}" destId="{3803C00C-1926-4FEB-95ED-E7A2E3211DB0}" srcOrd="1" destOrd="0" presId="urn:microsoft.com/office/officeart/2018/2/layout/IconVerticalSolidList"/>
    <dgm:cxn modelId="{7673F8EC-5CB3-469B-9F4C-9A01A1DD0A0E}" type="presParOf" srcId="{29D3620D-F22F-478A-AC9D-EC6D49DA1B85}" destId="{94FED77A-A252-484D-AB1B-1BEE7264A989}" srcOrd="2" destOrd="0" presId="urn:microsoft.com/office/officeart/2018/2/layout/IconVerticalSolidList"/>
    <dgm:cxn modelId="{984D19CE-0F91-430F-9A5E-1F00A69D0D2C}" type="presParOf" srcId="{29D3620D-F22F-478A-AC9D-EC6D49DA1B85}" destId="{A3BE7356-1B95-4C60-B0A0-BD63DB6ED5B5}" srcOrd="3" destOrd="0" presId="urn:microsoft.com/office/officeart/2018/2/layout/IconVerticalSolidList"/>
    <dgm:cxn modelId="{30099ED3-7012-451E-8E5E-03CABB042C15}" type="presParOf" srcId="{9C87BCB7-61EA-431E-AB1A-CB02CB08A2F8}" destId="{A7AECD05-FB37-4B14-9935-4FCF440469A3}" srcOrd="1" destOrd="0" presId="urn:microsoft.com/office/officeart/2018/2/layout/IconVerticalSolidList"/>
    <dgm:cxn modelId="{A06A66BD-F91F-4884-90EF-670A87E08DFE}" type="presParOf" srcId="{9C87BCB7-61EA-431E-AB1A-CB02CB08A2F8}" destId="{CA69C6C5-60B1-4182-A8D4-1C2405D720F8}" srcOrd="2" destOrd="0" presId="urn:microsoft.com/office/officeart/2018/2/layout/IconVerticalSolidList"/>
    <dgm:cxn modelId="{D0CEE8A5-8403-498F-9220-2F949FF2B227}" type="presParOf" srcId="{CA69C6C5-60B1-4182-A8D4-1C2405D720F8}" destId="{1B030555-08B4-4C74-A399-01CB3BF81755}" srcOrd="0" destOrd="0" presId="urn:microsoft.com/office/officeart/2018/2/layout/IconVerticalSolidList"/>
    <dgm:cxn modelId="{E71B08C9-DA95-4784-A51F-98AC6E7758AC}" type="presParOf" srcId="{CA69C6C5-60B1-4182-A8D4-1C2405D720F8}" destId="{E93E349C-EC3A-417C-B16E-EC0DCCD0920B}" srcOrd="1" destOrd="0" presId="urn:microsoft.com/office/officeart/2018/2/layout/IconVerticalSolidList"/>
    <dgm:cxn modelId="{12B5998E-2024-4F24-9DCE-124806C35704}" type="presParOf" srcId="{CA69C6C5-60B1-4182-A8D4-1C2405D720F8}" destId="{2336652B-7912-4328-8600-ADB36C7D7542}" srcOrd="2" destOrd="0" presId="urn:microsoft.com/office/officeart/2018/2/layout/IconVerticalSolidList"/>
    <dgm:cxn modelId="{781DD184-7BE3-4390-BC98-A5061EFA037B}" type="presParOf" srcId="{CA69C6C5-60B1-4182-A8D4-1C2405D720F8}" destId="{3C9F36D3-7D16-4714-9641-54ABAE5ABF2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44604D-3999-46EB-8238-8D686C89E522}" type="doc">
      <dgm:prSet loTypeId="urn:microsoft.com/office/officeart/2018/2/layout/IconLabelList" loCatId="icon" qsTypeId="urn:microsoft.com/office/officeart/2005/8/quickstyle/simple1#96" qsCatId="simple" csTypeId="urn:microsoft.com/office/officeart/2005/8/colors/accent1_2#46" csCatId="accent1" phldr="1"/>
      <dgm:spPr/>
      <dgm:t>
        <a:bodyPr/>
        <a:lstStyle/>
        <a:p>
          <a:endParaRPr lang="en-US"/>
        </a:p>
      </dgm:t>
    </dgm:pt>
    <dgm:pt modelId="{29DE93C1-9F66-48F5-8E34-A9F8E2D3F343}">
      <dgm:prSet/>
      <dgm:spPr/>
      <dgm:t>
        <a:bodyPr/>
        <a:lstStyle/>
        <a:p>
          <a:pPr>
            <a:lnSpc>
              <a:spcPct val="100000"/>
            </a:lnSpc>
          </a:pPr>
          <a:r>
            <a:rPr lang="en-US"/>
            <a:t>People have the tendency to allow the outcome of a situation to influence their decisions.</a:t>
          </a:r>
        </a:p>
      </dgm:t>
    </dgm:pt>
    <dgm:pt modelId="{462A8898-949F-40EC-9805-06066BD8C2AD}" type="parTrans" cxnId="{03BB4C1E-3584-40AA-8C99-3900395A84FE}">
      <dgm:prSet/>
      <dgm:spPr/>
      <dgm:t>
        <a:bodyPr/>
        <a:lstStyle/>
        <a:p>
          <a:endParaRPr lang="en-US"/>
        </a:p>
      </dgm:t>
    </dgm:pt>
    <dgm:pt modelId="{25C860C7-5E14-4259-8D48-572E3D4F47C8}" type="sibTrans" cxnId="{03BB4C1E-3584-40AA-8C99-3900395A84FE}">
      <dgm:prSet/>
      <dgm:spPr/>
      <dgm:t>
        <a:bodyPr/>
        <a:lstStyle/>
        <a:p>
          <a:endParaRPr lang="en-US"/>
        </a:p>
      </dgm:t>
    </dgm:pt>
    <dgm:pt modelId="{3E5CB12C-5B10-40E7-AEA0-09641F7CC37D}">
      <dgm:prSet/>
      <dgm:spPr/>
      <dgm:t>
        <a:bodyPr/>
        <a:lstStyle/>
        <a:p>
          <a:pPr>
            <a:lnSpc>
              <a:spcPct val="100000"/>
            </a:lnSpc>
          </a:pPr>
          <a:r>
            <a:rPr lang="en-US"/>
            <a:t>Basically, you don’t want the result of an outcome for a person to affect your decision.  You want to honestly judge someone’s actions in the context of what happened. Not because of how they might feel afterward, otherwise you might not get anywhere or improve.</a:t>
          </a:r>
        </a:p>
      </dgm:t>
    </dgm:pt>
    <dgm:pt modelId="{69C3D5D9-CF43-4EEA-9AE9-621D729C4970}" type="parTrans" cxnId="{143910F8-FA20-4550-942F-ACF57678A74B}">
      <dgm:prSet/>
      <dgm:spPr/>
      <dgm:t>
        <a:bodyPr/>
        <a:lstStyle/>
        <a:p>
          <a:endParaRPr lang="en-US"/>
        </a:p>
      </dgm:t>
    </dgm:pt>
    <dgm:pt modelId="{EE2A1F90-7F75-41AE-8C07-C56E3A0A89DF}" type="sibTrans" cxnId="{143910F8-FA20-4550-942F-ACF57678A74B}">
      <dgm:prSet/>
      <dgm:spPr/>
      <dgm:t>
        <a:bodyPr/>
        <a:lstStyle/>
        <a:p>
          <a:endParaRPr lang="en-US"/>
        </a:p>
      </dgm:t>
    </dgm:pt>
    <dgm:pt modelId="{A097549F-9961-4E84-A6B7-5F5076634C34}" type="pres">
      <dgm:prSet presAssocID="{7844604D-3999-46EB-8238-8D686C89E522}" presName="root" presStyleCnt="0">
        <dgm:presLayoutVars>
          <dgm:dir/>
          <dgm:resizeHandles val="exact"/>
        </dgm:presLayoutVars>
      </dgm:prSet>
      <dgm:spPr/>
    </dgm:pt>
    <dgm:pt modelId="{B97D32BF-F58A-4A98-AEA1-7114B5A141BC}" type="pres">
      <dgm:prSet presAssocID="{29DE93C1-9F66-48F5-8E34-A9F8E2D3F343}" presName="compNode" presStyleCnt="0"/>
      <dgm:spPr/>
    </dgm:pt>
    <dgm:pt modelId="{6E65562C-B726-49F6-BF49-9AF4B6257CCD}" type="pres">
      <dgm:prSet presAssocID="{29DE93C1-9F66-48F5-8E34-A9F8E2D3F343}"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erson with Idea"/>
        </a:ext>
      </dgm:extLst>
    </dgm:pt>
    <dgm:pt modelId="{6014BEF6-D518-480C-8308-661400EC0166}" type="pres">
      <dgm:prSet presAssocID="{29DE93C1-9F66-48F5-8E34-A9F8E2D3F343}" presName="spaceRect" presStyleCnt="0"/>
      <dgm:spPr/>
    </dgm:pt>
    <dgm:pt modelId="{AA3D372C-0E4D-42B8-AFDA-BE98729A7282}" type="pres">
      <dgm:prSet presAssocID="{29DE93C1-9F66-48F5-8E34-A9F8E2D3F343}" presName="textRect" presStyleLbl="revTx" presStyleIdx="0" presStyleCnt="2">
        <dgm:presLayoutVars>
          <dgm:chMax val="1"/>
          <dgm:chPref val="1"/>
        </dgm:presLayoutVars>
      </dgm:prSet>
      <dgm:spPr/>
    </dgm:pt>
    <dgm:pt modelId="{0EDE90C6-9314-48A1-AADE-47B66A1BBB3A}" type="pres">
      <dgm:prSet presAssocID="{25C860C7-5E14-4259-8D48-572E3D4F47C8}" presName="sibTrans" presStyleCnt="0"/>
      <dgm:spPr/>
    </dgm:pt>
    <dgm:pt modelId="{338A76DD-6B76-4544-9FB4-DF0862E036CE}" type="pres">
      <dgm:prSet presAssocID="{3E5CB12C-5B10-40E7-AEA0-09641F7CC37D}" presName="compNode" presStyleCnt="0"/>
      <dgm:spPr/>
    </dgm:pt>
    <dgm:pt modelId="{C06FC572-AAB6-49A1-A17B-13FE2E5DA0C8}" type="pres">
      <dgm:prSet presAssocID="{3E5CB12C-5B10-40E7-AEA0-09641F7CC37D}"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Judge"/>
        </a:ext>
      </dgm:extLst>
    </dgm:pt>
    <dgm:pt modelId="{163FA03E-9180-4215-AD12-045F5062D05B}" type="pres">
      <dgm:prSet presAssocID="{3E5CB12C-5B10-40E7-AEA0-09641F7CC37D}" presName="spaceRect" presStyleCnt="0"/>
      <dgm:spPr/>
    </dgm:pt>
    <dgm:pt modelId="{7346ABAD-0A7D-4D53-8CB0-4D35C8184601}" type="pres">
      <dgm:prSet presAssocID="{3E5CB12C-5B10-40E7-AEA0-09641F7CC37D}" presName="textRect" presStyleLbl="revTx" presStyleIdx="1" presStyleCnt="2">
        <dgm:presLayoutVars>
          <dgm:chMax val="1"/>
          <dgm:chPref val="1"/>
        </dgm:presLayoutVars>
      </dgm:prSet>
      <dgm:spPr/>
    </dgm:pt>
  </dgm:ptLst>
  <dgm:cxnLst>
    <dgm:cxn modelId="{03BB4C1E-3584-40AA-8C99-3900395A84FE}" srcId="{7844604D-3999-46EB-8238-8D686C89E522}" destId="{29DE93C1-9F66-48F5-8E34-A9F8E2D3F343}" srcOrd="0" destOrd="0" parTransId="{462A8898-949F-40EC-9805-06066BD8C2AD}" sibTransId="{25C860C7-5E14-4259-8D48-572E3D4F47C8}"/>
    <dgm:cxn modelId="{F1A5E580-23F2-4BFA-BB3C-4269B4AA9F68}" type="presOf" srcId="{7844604D-3999-46EB-8238-8D686C89E522}" destId="{A097549F-9961-4E84-A6B7-5F5076634C34}" srcOrd="0" destOrd="0" presId="urn:microsoft.com/office/officeart/2018/2/layout/IconLabelList"/>
    <dgm:cxn modelId="{2268F5C1-1825-4DC1-BB55-79DE970F2CF9}" type="presOf" srcId="{29DE93C1-9F66-48F5-8E34-A9F8E2D3F343}" destId="{AA3D372C-0E4D-42B8-AFDA-BE98729A7282}" srcOrd="0" destOrd="0" presId="urn:microsoft.com/office/officeart/2018/2/layout/IconLabelList"/>
    <dgm:cxn modelId="{336251EF-7AE4-4DE8-9475-0DF34FE61DBA}" type="presOf" srcId="{3E5CB12C-5B10-40E7-AEA0-09641F7CC37D}" destId="{7346ABAD-0A7D-4D53-8CB0-4D35C8184601}" srcOrd="0" destOrd="0" presId="urn:microsoft.com/office/officeart/2018/2/layout/IconLabelList"/>
    <dgm:cxn modelId="{143910F8-FA20-4550-942F-ACF57678A74B}" srcId="{7844604D-3999-46EB-8238-8D686C89E522}" destId="{3E5CB12C-5B10-40E7-AEA0-09641F7CC37D}" srcOrd="1" destOrd="0" parTransId="{69C3D5D9-CF43-4EEA-9AE9-621D729C4970}" sibTransId="{EE2A1F90-7F75-41AE-8C07-C56E3A0A89DF}"/>
    <dgm:cxn modelId="{CB73B9D7-9F23-475B-ABEF-7C6BC8E1FE00}" type="presParOf" srcId="{A097549F-9961-4E84-A6B7-5F5076634C34}" destId="{B97D32BF-F58A-4A98-AEA1-7114B5A141BC}" srcOrd="0" destOrd="0" presId="urn:microsoft.com/office/officeart/2018/2/layout/IconLabelList"/>
    <dgm:cxn modelId="{6AA54731-7DA9-41B4-A0CE-4EAB194FE0CF}" type="presParOf" srcId="{B97D32BF-F58A-4A98-AEA1-7114B5A141BC}" destId="{6E65562C-B726-49F6-BF49-9AF4B6257CCD}" srcOrd="0" destOrd="0" presId="urn:microsoft.com/office/officeart/2018/2/layout/IconLabelList"/>
    <dgm:cxn modelId="{ADB855A6-3943-4990-9063-433538708F2B}" type="presParOf" srcId="{B97D32BF-F58A-4A98-AEA1-7114B5A141BC}" destId="{6014BEF6-D518-480C-8308-661400EC0166}" srcOrd="1" destOrd="0" presId="urn:microsoft.com/office/officeart/2018/2/layout/IconLabelList"/>
    <dgm:cxn modelId="{2D550FEA-B248-4E21-BE9E-AFB24EAE3A98}" type="presParOf" srcId="{B97D32BF-F58A-4A98-AEA1-7114B5A141BC}" destId="{AA3D372C-0E4D-42B8-AFDA-BE98729A7282}" srcOrd="2" destOrd="0" presId="urn:microsoft.com/office/officeart/2018/2/layout/IconLabelList"/>
    <dgm:cxn modelId="{D26A85A9-0676-4219-B37A-757B44F5FE13}" type="presParOf" srcId="{A097549F-9961-4E84-A6B7-5F5076634C34}" destId="{0EDE90C6-9314-48A1-AADE-47B66A1BBB3A}" srcOrd="1" destOrd="0" presId="urn:microsoft.com/office/officeart/2018/2/layout/IconLabelList"/>
    <dgm:cxn modelId="{F96C6038-A500-4960-94D6-F28F800363DA}" type="presParOf" srcId="{A097549F-9961-4E84-A6B7-5F5076634C34}" destId="{338A76DD-6B76-4544-9FB4-DF0862E036CE}" srcOrd="2" destOrd="0" presId="urn:microsoft.com/office/officeart/2018/2/layout/IconLabelList"/>
    <dgm:cxn modelId="{82D14D98-27F6-4702-8FC2-34B4035DB2E0}" type="presParOf" srcId="{338A76DD-6B76-4544-9FB4-DF0862E036CE}" destId="{C06FC572-AAB6-49A1-A17B-13FE2E5DA0C8}" srcOrd="0" destOrd="0" presId="urn:microsoft.com/office/officeart/2018/2/layout/IconLabelList"/>
    <dgm:cxn modelId="{4DC2959C-7D4C-46AC-9719-9CB267B43871}" type="presParOf" srcId="{338A76DD-6B76-4544-9FB4-DF0862E036CE}" destId="{163FA03E-9180-4215-AD12-045F5062D05B}" srcOrd="1" destOrd="0" presId="urn:microsoft.com/office/officeart/2018/2/layout/IconLabelList"/>
    <dgm:cxn modelId="{48004720-F28D-4966-9866-3E7623A620B2}" type="presParOf" srcId="{338A76DD-6B76-4544-9FB4-DF0862E036CE}" destId="{7346ABAD-0A7D-4D53-8CB0-4D35C818460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35CBBD-9170-46C2-859A-99829934F85A}" type="doc">
      <dgm:prSet loTypeId="urn:microsoft.com/office/officeart/2008/layout/LinedList" loCatId="list" qsTypeId="urn:microsoft.com/office/officeart/2005/8/quickstyle/simple1#130" qsCatId="simple" csTypeId="urn:microsoft.com/office/officeart/2005/8/colors/accent1_2#62" csCatId="accent1"/>
      <dgm:spPr/>
      <dgm:t>
        <a:bodyPr/>
        <a:lstStyle/>
        <a:p>
          <a:endParaRPr lang="en-US"/>
        </a:p>
      </dgm:t>
    </dgm:pt>
    <dgm:pt modelId="{8F6BCD36-4DF3-4ABD-8764-2CA95711D49B}">
      <dgm:prSet/>
      <dgm:spPr/>
      <dgm:t>
        <a:bodyPr/>
        <a:lstStyle/>
        <a:p>
          <a:r>
            <a:rPr lang="en-US"/>
            <a:t>Workers should be well informed on how their actions will be assessed in certain incidents, and how the decision on their actions will be made according to the appropriate response to those actions.</a:t>
          </a:r>
        </a:p>
      </dgm:t>
    </dgm:pt>
    <dgm:pt modelId="{8BF9711D-590A-4146-8D71-671794DBB6D0}" type="parTrans" cxnId="{11852C46-8AB1-4262-A3E0-9385827C4B58}">
      <dgm:prSet/>
      <dgm:spPr/>
      <dgm:t>
        <a:bodyPr/>
        <a:lstStyle/>
        <a:p>
          <a:endParaRPr lang="en-US"/>
        </a:p>
      </dgm:t>
    </dgm:pt>
    <dgm:pt modelId="{999B28F3-64A6-45C7-A071-DCA1D010A312}" type="sibTrans" cxnId="{11852C46-8AB1-4262-A3E0-9385827C4B58}">
      <dgm:prSet/>
      <dgm:spPr/>
      <dgm:t>
        <a:bodyPr/>
        <a:lstStyle/>
        <a:p>
          <a:endParaRPr lang="en-US"/>
        </a:p>
      </dgm:t>
    </dgm:pt>
    <dgm:pt modelId="{B0E72F4A-E08F-401D-93A7-AC68D78804F2}">
      <dgm:prSet/>
      <dgm:spPr/>
      <dgm:t>
        <a:bodyPr/>
        <a:lstStyle/>
        <a:p>
          <a:r>
            <a:rPr lang="en-US"/>
            <a:t>There should be transparency and openness in how others are assessed and judged to avoid the perception of someone having a bias against them, and so it doesn’t feel like they are being targeted or ousted.</a:t>
          </a:r>
        </a:p>
      </dgm:t>
    </dgm:pt>
    <dgm:pt modelId="{9CC15DBF-B0FA-4B7E-9D51-F8141868B226}" type="parTrans" cxnId="{D3320861-4D4F-47C9-ADA2-B6BE3EE8BA56}">
      <dgm:prSet/>
      <dgm:spPr/>
      <dgm:t>
        <a:bodyPr/>
        <a:lstStyle/>
        <a:p>
          <a:endParaRPr lang="en-US"/>
        </a:p>
      </dgm:t>
    </dgm:pt>
    <dgm:pt modelId="{148AB497-B068-428C-B791-59B69CDBE25B}" type="sibTrans" cxnId="{D3320861-4D4F-47C9-ADA2-B6BE3EE8BA56}">
      <dgm:prSet/>
      <dgm:spPr/>
      <dgm:t>
        <a:bodyPr/>
        <a:lstStyle/>
        <a:p>
          <a:endParaRPr lang="en-US"/>
        </a:p>
      </dgm:t>
    </dgm:pt>
    <dgm:pt modelId="{C17CC86F-0D4A-4344-97BD-FADAB99DBE1A}" type="pres">
      <dgm:prSet presAssocID="{2D35CBBD-9170-46C2-859A-99829934F85A}" presName="vert0" presStyleCnt="0">
        <dgm:presLayoutVars>
          <dgm:dir/>
          <dgm:animOne val="branch"/>
          <dgm:animLvl val="lvl"/>
        </dgm:presLayoutVars>
      </dgm:prSet>
      <dgm:spPr/>
    </dgm:pt>
    <dgm:pt modelId="{14521F64-48AB-40D6-90CC-F4643237E38C}" type="pres">
      <dgm:prSet presAssocID="{8F6BCD36-4DF3-4ABD-8764-2CA95711D49B}" presName="thickLine" presStyleLbl="alignNode1" presStyleIdx="0" presStyleCnt="2"/>
      <dgm:spPr/>
    </dgm:pt>
    <dgm:pt modelId="{2DABF0CC-2841-4DA4-8B3A-906DBA4EAFE2}" type="pres">
      <dgm:prSet presAssocID="{8F6BCD36-4DF3-4ABD-8764-2CA95711D49B}" presName="horz1" presStyleCnt="0"/>
      <dgm:spPr/>
    </dgm:pt>
    <dgm:pt modelId="{8777C9D8-0D02-47A5-9B28-528E57FD02A2}" type="pres">
      <dgm:prSet presAssocID="{8F6BCD36-4DF3-4ABD-8764-2CA95711D49B}" presName="tx1" presStyleLbl="revTx" presStyleIdx="0" presStyleCnt="2"/>
      <dgm:spPr/>
    </dgm:pt>
    <dgm:pt modelId="{D7B71284-FCD0-4D3E-9B46-1B0F06A0BCB6}" type="pres">
      <dgm:prSet presAssocID="{8F6BCD36-4DF3-4ABD-8764-2CA95711D49B}" presName="vert1" presStyleCnt="0"/>
      <dgm:spPr/>
    </dgm:pt>
    <dgm:pt modelId="{61539728-CF1C-4D09-AD99-13571C99E306}" type="pres">
      <dgm:prSet presAssocID="{B0E72F4A-E08F-401D-93A7-AC68D78804F2}" presName="thickLine" presStyleLbl="alignNode1" presStyleIdx="1" presStyleCnt="2"/>
      <dgm:spPr/>
    </dgm:pt>
    <dgm:pt modelId="{6AA4342F-B7DB-4997-8B99-D3E3127C1F0A}" type="pres">
      <dgm:prSet presAssocID="{B0E72F4A-E08F-401D-93A7-AC68D78804F2}" presName="horz1" presStyleCnt="0"/>
      <dgm:spPr/>
    </dgm:pt>
    <dgm:pt modelId="{878B9670-3C0F-4BD1-86C5-CC30B80D7ECB}" type="pres">
      <dgm:prSet presAssocID="{B0E72F4A-E08F-401D-93A7-AC68D78804F2}" presName="tx1" presStyleLbl="revTx" presStyleIdx="1" presStyleCnt="2"/>
      <dgm:spPr/>
    </dgm:pt>
    <dgm:pt modelId="{9962A80A-B370-4962-AD77-3AC4FF43EB00}" type="pres">
      <dgm:prSet presAssocID="{B0E72F4A-E08F-401D-93A7-AC68D78804F2}" presName="vert1" presStyleCnt="0"/>
      <dgm:spPr/>
    </dgm:pt>
  </dgm:ptLst>
  <dgm:cxnLst>
    <dgm:cxn modelId="{20C0050B-6981-4499-9212-44CFCB3BA8A1}" type="presOf" srcId="{B0E72F4A-E08F-401D-93A7-AC68D78804F2}" destId="{878B9670-3C0F-4BD1-86C5-CC30B80D7ECB}" srcOrd="0" destOrd="0" presId="urn:microsoft.com/office/officeart/2008/layout/LinedList"/>
    <dgm:cxn modelId="{D3320861-4D4F-47C9-ADA2-B6BE3EE8BA56}" srcId="{2D35CBBD-9170-46C2-859A-99829934F85A}" destId="{B0E72F4A-E08F-401D-93A7-AC68D78804F2}" srcOrd="1" destOrd="0" parTransId="{9CC15DBF-B0FA-4B7E-9D51-F8141868B226}" sibTransId="{148AB497-B068-428C-B791-59B69CDBE25B}"/>
    <dgm:cxn modelId="{11852C46-8AB1-4262-A3E0-9385827C4B58}" srcId="{2D35CBBD-9170-46C2-859A-99829934F85A}" destId="{8F6BCD36-4DF3-4ABD-8764-2CA95711D49B}" srcOrd="0" destOrd="0" parTransId="{8BF9711D-590A-4146-8D71-671794DBB6D0}" sibTransId="{999B28F3-64A6-45C7-A071-DCA1D010A312}"/>
    <dgm:cxn modelId="{ECAABF77-7521-4331-8DA3-AC51A42B6DE8}" type="presOf" srcId="{8F6BCD36-4DF3-4ABD-8764-2CA95711D49B}" destId="{8777C9D8-0D02-47A5-9B28-528E57FD02A2}" srcOrd="0" destOrd="0" presId="urn:microsoft.com/office/officeart/2008/layout/LinedList"/>
    <dgm:cxn modelId="{D492C79E-D50B-49CD-9CEB-A54A0ACD2ECE}" type="presOf" srcId="{2D35CBBD-9170-46C2-859A-99829934F85A}" destId="{C17CC86F-0D4A-4344-97BD-FADAB99DBE1A}" srcOrd="0" destOrd="0" presId="urn:microsoft.com/office/officeart/2008/layout/LinedList"/>
    <dgm:cxn modelId="{407A413D-3D9C-4ED0-A91F-246D746E3B0A}" type="presParOf" srcId="{C17CC86F-0D4A-4344-97BD-FADAB99DBE1A}" destId="{14521F64-48AB-40D6-90CC-F4643237E38C}" srcOrd="0" destOrd="0" presId="urn:microsoft.com/office/officeart/2008/layout/LinedList"/>
    <dgm:cxn modelId="{6879B11C-B7C5-4D9D-90A8-718B6391DE68}" type="presParOf" srcId="{C17CC86F-0D4A-4344-97BD-FADAB99DBE1A}" destId="{2DABF0CC-2841-4DA4-8B3A-906DBA4EAFE2}" srcOrd="1" destOrd="0" presId="urn:microsoft.com/office/officeart/2008/layout/LinedList"/>
    <dgm:cxn modelId="{51F46B65-EEB6-4D1E-A0FE-5FB558DDBC18}" type="presParOf" srcId="{2DABF0CC-2841-4DA4-8B3A-906DBA4EAFE2}" destId="{8777C9D8-0D02-47A5-9B28-528E57FD02A2}" srcOrd="0" destOrd="0" presId="urn:microsoft.com/office/officeart/2008/layout/LinedList"/>
    <dgm:cxn modelId="{2A6209D8-A7B8-4164-B4E6-D349354591C9}" type="presParOf" srcId="{2DABF0CC-2841-4DA4-8B3A-906DBA4EAFE2}" destId="{D7B71284-FCD0-4D3E-9B46-1B0F06A0BCB6}" srcOrd="1" destOrd="0" presId="urn:microsoft.com/office/officeart/2008/layout/LinedList"/>
    <dgm:cxn modelId="{FBCFEB8B-96AD-4753-AA7B-455FE8887419}" type="presParOf" srcId="{C17CC86F-0D4A-4344-97BD-FADAB99DBE1A}" destId="{61539728-CF1C-4D09-AD99-13571C99E306}" srcOrd="2" destOrd="0" presId="urn:microsoft.com/office/officeart/2008/layout/LinedList"/>
    <dgm:cxn modelId="{7494CDF2-DCB4-497B-AA8D-07A7D803A800}" type="presParOf" srcId="{C17CC86F-0D4A-4344-97BD-FADAB99DBE1A}" destId="{6AA4342F-B7DB-4997-8B99-D3E3127C1F0A}" srcOrd="3" destOrd="0" presId="urn:microsoft.com/office/officeart/2008/layout/LinedList"/>
    <dgm:cxn modelId="{0A7EB44B-D4CE-4092-80DD-54A6FE3AEF1B}" type="presParOf" srcId="{6AA4342F-B7DB-4997-8B99-D3E3127C1F0A}" destId="{878B9670-3C0F-4BD1-86C5-CC30B80D7ECB}" srcOrd="0" destOrd="0" presId="urn:microsoft.com/office/officeart/2008/layout/LinedList"/>
    <dgm:cxn modelId="{F0C41909-9626-42A8-AACB-F35C8C915D90}" type="presParOf" srcId="{6AA4342F-B7DB-4997-8B99-D3E3127C1F0A}" destId="{9962A80A-B370-4962-AD77-3AC4FF43EB0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605F7-3914-4B96-A145-339EDA8285BE}">
      <dsp:nvSpPr>
        <dsp:cNvPr id="0" name=""/>
        <dsp:cNvSpPr/>
      </dsp:nvSpPr>
      <dsp:spPr>
        <a:xfrm>
          <a:off x="0" y="601722"/>
          <a:ext cx="10287000" cy="11108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3C00C-1926-4FEB-95ED-E7A2E3211DB0}">
      <dsp:nvSpPr>
        <dsp:cNvPr id="0" name=""/>
        <dsp:cNvSpPr/>
      </dsp:nvSpPr>
      <dsp:spPr>
        <a:xfrm>
          <a:off x="336038" y="851668"/>
          <a:ext cx="610979" cy="6109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BE7356-1B95-4C60-B0A0-BD63DB6ED5B5}">
      <dsp:nvSpPr>
        <dsp:cNvPr id="0" name=""/>
        <dsp:cNvSpPr/>
      </dsp:nvSpPr>
      <dsp:spPr>
        <a:xfrm>
          <a:off x="1283056" y="601722"/>
          <a:ext cx="9003943" cy="1110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567" tIns="117567" rIns="117567" bIns="117567" numCol="1" spcCol="1270" anchor="ctr" anchorCtr="0">
          <a:noAutofit/>
        </a:bodyPr>
        <a:lstStyle/>
        <a:p>
          <a:pPr marL="0" lvl="0" indent="0" algn="l" defTabSz="844550">
            <a:lnSpc>
              <a:spcPct val="90000"/>
            </a:lnSpc>
            <a:spcBef>
              <a:spcPct val="0"/>
            </a:spcBef>
            <a:spcAft>
              <a:spcPct val="35000"/>
            </a:spcAft>
            <a:buNone/>
          </a:pPr>
          <a:r>
            <a:rPr lang="en-US" sz="1900" kern="1200"/>
            <a:t>People have a natural tendency to blame the people involved in an incident.</a:t>
          </a:r>
        </a:p>
      </dsp:txBody>
      <dsp:txXfrm>
        <a:off x="1283056" y="601722"/>
        <a:ext cx="9003943" cy="1110871"/>
      </dsp:txXfrm>
    </dsp:sp>
    <dsp:sp modelId="{1B030555-08B4-4C74-A399-01CB3BF81755}">
      <dsp:nvSpPr>
        <dsp:cNvPr id="0" name=""/>
        <dsp:cNvSpPr/>
      </dsp:nvSpPr>
      <dsp:spPr>
        <a:xfrm>
          <a:off x="0" y="1990311"/>
          <a:ext cx="10287000" cy="11108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3E349C-EC3A-417C-B16E-EC0DCCD0920B}">
      <dsp:nvSpPr>
        <dsp:cNvPr id="0" name=""/>
        <dsp:cNvSpPr/>
      </dsp:nvSpPr>
      <dsp:spPr>
        <a:xfrm>
          <a:off x="336038" y="2240257"/>
          <a:ext cx="610979" cy="6109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9F36D3-7D16-4714-9641-54ABAE5ABF2D}">
      <dsp:nvSpPr>
        <dsp:cNvPr id="0" name=""/>
        <dsp:cNvSpPr/>
      </dsp:nvSpPr>
      <dsp:spPr>
        <a:xfrm>
          <a:off x="1283056" y="1990311"/>
          <a:ext cx="9003943" cy="1110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567" tIns="117567" rIns="117567" bIns="117567" numCol="1" spcCol="1270" anchor="ctr" anchorCtr="0">
          <a:noAutofit/>
        </a:bodyPr>
        <a:lstStyle/>
        <a:p>
          <a:pPr marL="0" lvl="0" indent="0" algn="l" defTabSz="844550">
            <a:lnSpc>
              <a:spcPct val="90000"/>
            </a:lnSpc>
            <a:spcBef>
              <a:spcPct val="0"/>
            </a:spcBef>
            <a:spcAft>
              <a:spcPct val="35000"/>
            </a:spcAft>
            <a:buNone/>
          </a:pPr>
          <a:r>
            <a:rPr lang="en-US" sz="1900" kern="1200"/>
            <a:t>So, to uphold a just culture, you want to ensure your employees avoid making quick judgments. Nothing ever has to be made immediately on the spot. Take time to include more information and sides of the story to avoid the influence of bias.</a:t>
          </a:r>
        </a:p>
      </dsp:txBody>
      <dsp:txXfrm>
        <a:off x="1283056" y="1990311"/>
        <a:ext cx="9003943" cy="11108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65562C-B726-49F6-BF49-9AF4B6257CCD}">
      <dsp:nvSpPr>
        <dsp:cNvPr id="0" name=""/>
        <dsp:cNvSpPr/>
      </dsp:nvSpPr>
      <dsp:spPr>
        <a:xfrm>
          <a:off x="1633500" y="378200"/>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3D372C-0E4D-42B8-AFDA-BE98729A7282}">
      <dsp:nvSpPr>
        <dsp:cNvPr id="0" name=""/>
        <dsp:cNvSpPr/>
      </dsp:nvSpPr>
      <dsp:spPr>
        <a:xfrm>
          <a:off x="445500" y="279276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People have the tendency to allow the outcome of a situation to influence their decisions.</a:t>
          </a:r>
        </a:p>
      </dsp:txBody>
      <dsp:txXfrm>
        <a:off x="445500" y="2792764"/>
        <a:ext cx="4320000" cy="720000"/>
      </dsp:txXfrm>
    </dsp:sp>
    <dsp:sp modelId="{C06FC572-AAB6-49A1-A17B-13FE2E5DA0C8}">
      <dsp:nvSpPr>
        <dsp:cNvPr id="0" name=""/>
        <dsp:cNvSpPr/>
      </dsp:nvSpPr>
      <dsp:spPr>
        <a:xfrm>
          <a:off x="6709500" y="378200"/>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46ABAD-0A7D-4D53-8CB0-4D35C8184601}">
      <dsp:nvSpPr>
        <dsp:cNvPr id="0" name=""/>
        <dsp:cNvSpPr/>
      </dsp:nvSpPr>
      <dsp:spPr>
        <a:xfrm>
          <a:off x="5521500" y="279276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Basically, you don’t want the result of an outcome for a person to affect your decision.  You want to honestly judge someone’s actions in the context of what happened. Not because of how they might feel afterward, otherwise you might not get anywhere or improve.</a:t>
          </a:r>
        </a:p>
      </dsp:txBody>
      <dsp:txXfrm>
        <a:off x="5521500" y="2792764"/>
        <a:ext cx="432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521F64-48AB-40D6-90CC-F4643237E38C}">
      <dsp:nvSpPr>
        <dsp:cNvPr id="0" name=""/>
        <dsp:cNvSpPr/>
      </dsp:nvSpPr>
      <dsp:spPr>
        <a:xfrm>
          <a:off x="0" y="0"/>
          <a:ext cx="40925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77C9D8-0D02-47A5-9B28-528E57FD02A2}">
      <dsp:nvSpPr>
        <dsp:cNvPr id="0" name=""/>
        <dsp:cNvSpPr/>
      </dsp:nvSpPr>
      <dsp:spPr>
        <a:xfrm>
          <a:off x="0" y="0"/>
          <a:ext cx="4092594" cy="2544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Workers should be well informed on how their actions will be assessed in certain incidents, and how the decision on their actions will be made according to the appropriate response to those actions.</a:t>
          </a:r>
        </a:p>
      </dsp:txBody>
      <dsp:txXfrm>
        <a:off x="0" y="0"/>
        <a:ext cx="4092594" cy="2544051"/>
      </dsp:txXfrm>
    </dsp:sp>
    <dsp:sp modelId="{61539728-CF1C-4D09-AD99-13571C99E306}">
      <dsp:nvSpPr>
        <dsp:cNvPr id="0" name=""/>
        <dsp:cNvSpPr/>
      </dsp:nvSpPr>
      <dsp:spPr>
        <a:xfrm>
          <a:off x="0" y="2544051"/>
          <a:ext cx="40925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8B9670-3C0F-4BD1-86C5-CC30B80D7ECB}">
      <dsp:nvSpPr>
        <dsp:cNvPr id="0" name=""/>
        <dsp:cNvSpPr/>
      </dsp:nvSpPr>
      <dsp:spPr>
        <a:xfrm>
          <a:off x="0" y="2544051"/>
          <a:ext cx="4092594" cy="2544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There should be transparency and openness in how others are assessed and judged to avoid the perception of someone having a bias against them, and so it doesn’t feel like they are being targeted or ousted.</a:t>
          </a:r>
        </a:p>
      </dsp:txBody>
      <dsp:txXfrm>
        <a:off x="0" y="2544051"/>
        <a:ext cx="4092594" cy="254405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4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9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3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0701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289769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384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698483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9207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098783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441686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737683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158941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497285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9D0D92BC-42A9-434B-8530-ADBF4485E407}" type="datetimeFigureOut">
              <a:rPr lang="en-US" smtClean="0"/>
              <a:t>9/27/2026</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666957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9D0D92BC-42A9-434B-8530-ADBF4485E407}" type="datetimeFigureOut">
              <a:rPr lang="en-US" smtClean="0"/>
              <a:pPr/>
              <a:t>9/27/2026</a:t>
            </a:fld>
            <a:endParaRPr lang="en-US" dirty="0"/>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dirty="0"/>
          </a:p>
        </p:txBody>
      </p:sp>
    </p:spTree>
    <p:extLst>
      <p:ext uri="{BB962C8B-B14F-4D97-AF65-F5344CB8AC3E}">
        <p14:creationId xmlns:p14="http://schemas.microsoft.com/office/powerpoint/2010/main" val="264241627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F55FD1-95FA-98DA-84AA-145D29A53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E14148C-9970-03B7-248E-6B3E87EB5AF7}"/>
              </a:ext>
            </a:extLst>
          </p:cNvPr>
          <p:cNvPicPr>
            <a:picLocks noChangeAspect="1"/>
          </p:cNvPicPr>
          <p:nvPr/>
        </p:nvPicPr>
        <p:blipFill>
          <a:blip r:embed="rId2">
            <a:alphaModFix/>
          </a:blip>
          <a:srcRect t="7965" b="10808"/>
          <a:stretch>
            <a:fillRect/>
          </a:stretch>
        </p:blipFill>
        <p:spPr>
          <a:xfrm>
            <a:off x="-1" y="10"/>
            <a:ext cx="12192001" cy="6857990"/>
          </a:xfrm>
          <a:prstGeom prst="rect">
            <a:avLst/>
          </a:prstGeom>
        </p:spPr>
      </p:pic>
      <p:sp>
        <p:nvSpPr>
          <p:cNvPr id="11" name="Rectangle 10">
            <a:extLst>
              <a:ext uri="{FF2B5EF4-FFF2-40B4-BE49-F238E27FC236}">
                <a16:creationId xmlns:a16="http://schemas.microsoft.com/office/drawing/2014/main" id="{3AC9EE06-57AF-0FF5-450C-2A606C23B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75140"/>
            <a:ext cx="12192000" cy="4488388"/>
          </a:xfrm>
          <a:prstGeom prst="rect">
            <a:avLst/>
          </a:prstGeom>
          <a:gradFill>
            <a:gsLst>
              <a:gs pos="0">
                <a:schemeClr val="accent1">
                  <a:lumMod val="60000"/>
                  <a:lumOff val="40000"/>
                  <a:alpha val="0"/>
                </a:schemeClr>
              </a:gs>
              <a:gs pos="61814">
                <a:schemeClr val="accent1">
                  <a:lumMod val="60000"/>
                  <a:lumOff val="40000"/>
                  <a:alpha val="89000"/>
                </a:schemeClr>
              </a:gs>
              <a:gs pos="94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F59871-CE44-2EBD-3900-D9A15C8D61EE}"/>
              </a:ext>
            </a:extLst>
          </p:cNvPr>
          <p:cNvSpPr>
            <a:spLocks noGrp="1"/>
          </p:cNvSpPr>
          <p:nvPr>
            <p:ph type="ctrTitle"/>
          </p:nvPr>
        </p:nvSpPr>
        <p:spPr>
          <a:xfrm>
            <a:off x="952500" y="3404558"/>
            <a:ext cx="7355457" cy="1560167"/>
          </a:xfrm>
        </p:spPr>
        <p:txBody>
          <a:bodyPr>
            <a:normAutofit/>
          </a:bodyPr>
          <a:lstStyle/>
          <a:p>
            <a:r>
              <a:rPr lang="en-US" dirty="0"/>
              <a:t>The barriers/challenges to implementing a just culture</a:t>
            </a:r>
          </a:p>
        </p:txBody>
      </p:sp>
      <p:sp>
        <p:nvSpPr>
          <p:cNvPr id="3" name="Subtitle 2">
            <a:extLst>
              <a:ext uri="{FF2B5EF4-FFF2-40B4-BE49-F238E27FC236}">
                <a16:creationId xmlns:a16="http://schemas.microsoft.com/office/drawing/2014/main" id="{02FB02FA-493C-A07C-6245-CD3DED1A2B16}"/>
              </a:ext>
            </a:extLst>
          </p:cNvPr>
          <p:cNvSpPr>
            <a:spLocks noGrp="1"/>
          </p:cNvSpPr>
          <p:nvPr>
            <p:ph type="subTitle" idx="1"/>
          </p:nvPr>
        </p:nvSpPr>
        <p:spPr>
          <a:xfrm>
            <a:off x="952500" y="5610250"/>
            <a:ext cx="7172325" cy="756045"/>
          </a:xfrm>
        </p:spPr>
        <p:txBody>
          <a:bodyPr>
            <a:normAutofit/>
          </a:bodyPr>
          <a:lstStyle/>
          <a:p>
            <a:r>
              <a:rPr lang="en-US" dirty="0"/>
              <a:t>By Noah McCarthy</a:t>
            </a:r>
          </a:p>
        </p:txBody>
      </p:sp>
      <p:cxnSp>
        <p:nvCxnSpPr>
          <p:cNvPr id="13" name="Straight Connector 12">
            <a:extLst>
              <a:ext uri="{FF2B5EF4-FFF2-40B4-BE49-F238E27FC236}">
                <a16:creationId xmlns:a16="http://schemas.microsoft.com/office/drawing/2014/main" id="{313FECB8-44EE-4A45-9F7B-66ECF1C3C8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6825" y="529252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274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E5DC6-C802-1928-D952-326985563D69}"/>
              </a:ext>
            </a:extLst>
          </p:cNvPr>
          <p:cNvSpPr>
            <a:spLocks noGrp="1"/>
          </p:cNvSpPr>
          <p:nvPr>
            <p:ph type="title"/>
          </p:nvPr>
        </p:nvSpPr>
        <p:spPr/>
        <p:txBody>
          <a:bodyPr/>
          <a:lstStyle/>
          <a:p>
            <a:r>
              <a:rPr lang="en-US" dirty="0"/>
              <a:t>What is a just culture?</a:t>
            </a:r>
          </a:p>
        </p:txBody>
      </p:sp>
      <p:sp>
        <p:nvSpPr>
          <p:cNvPr id="3" name="Content Placeholder 2">
            <a:extLst>
              <a:ext uri="{FF2B5EF4-FFF2-40B4-BE49-F238E27FC236}">
                <a16:creationId xmlns:a16="http://schemas.microsoft.com/office/drawing/2014/main" id="{8FCD991C-8674-D0C9-952C-1E8BEC72F0A9}"/>
              </a:ext>
            </a:extLst>
          </p:cNvPr>
          <p:cNvSpPr>
            <a:spLocks noGrp="1"/>
          </p:cNvSpPr>
          <p:nvPr>
            <p:ph idx="1"/>
          </p:nvPr>
        </p:nvSpPr>
        <p:spPr/>
        <p:txBody>
          <a:bodyPr/>
          <a:lstStyle/>
          <a:p>
            <a:r>
              <a:rPr lang="en-US" dirty="0"/>
              <a:t>A just culture is a small part of a larger organizational culture. Specifically, the way things are done at an organization aims to make the workspace as safe as it can be. </a:t>
            </a:r>
          </a:p>
          <a:p>
            <a:r>
              <a:rPr lang="en-US" dirty="0"/>
              <a:t>It typically involves the behaviors of treating coworkers with dignity, compassion, and respect.</a:t>
            </a:r>
          </a:p>
        </p:txBody>
      </p:sp>
    </p:spTree>
    <p:extLst>
      <p:ext uri="{BB962C8B-B14F-4D97-AF65-F5344CB8AC3E}">
        <p14:creationId xmlns:p14="http://schemas.microsoft.com/office/powerpoint/2010/main" val="3584886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C74AEE6-9CA7-5247-DC34-99634247DF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B26DD882-9EA6-DF4B-AF70-0C6166EA8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FB2E755-2902-3512-ABBE-E472FC038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5988"/>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43E207-655B-E01A-4CB4-C73C07EB66F5}"/>
              </a:ext>
            </a:extLst>
          </p:cNvPr>
          <p:cNvSpPr>
            <a:spLocks noGrp="1"/>
          </p:cNvSpPr>
          <p:nvPr>
            <p:ph type="title"/>
          </p:nvPr>
        </p:nvSpPr>
        <p:spPr>
          <a:xfrm>
            <a:off x="2238807" y="1037799"/>
            <a:ext cx="7714388" cy="3260635"/>
          </a:xfrm>
        </p:spPr>
        <p:txBody>
          <a:bodyPr vert="horz" lIns="91440" tIns="45720" rIns="91440" bIns="45720" rtlCol="0" anchor="b">
            <a:normAutofit/>
          </a:bodyPr>
          <a:lstStyle/>
          <a:p>
            <a:pPr algn="ctr"/>
            <a:r>
              <a:rPr lang="en-US" dirty="0"/>
              <a:t>What are the key barriers to creating a just culture?</a:t>
            </a:r>
            <a:endParaRPr lang="en-US"/>
          </a:p>
        </p:txBody>
      </p:sp>
      <p:cxnSp>
        <p:nvCxnSpPr>
          <p:cNvPr id="15" name="Straight Connector 14">
            <a:extLst>
              <a:ext uri="{FF2B5EF4-FFF2-40B4-BE49-F238E27FC236}">
                <a16:creationId xmlns:a16="http://schemas.microsoft.com/office/drawing/2014/main" id="{5D6A2EB7-6350-58C2-B619-F0C3C0C06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0424" y="4595321"/>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3835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8B38D4-9D92-4608-A16B-260E8CC21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53F457-22EC-56BA-68CB-DE88454736BF}"/>
              </a:ext>
            </a:extLst>
          </p:cNvPr>
          <p:cNvSpPr>
            <a:spLocks noGrp="1"/>
          </p:cNvSpPr>
          <p:nvPr>
            <p:ph type="title"/>
          </p:nvPr>
        </p:nvSpPr>
        <p:spPr>
          <a:xfrm>
            <a:off x="1524000" y="762001"/>
            <a:ext cx="9144000" cy="869092"/>
          </a:xfrm>
        </p:spPr>
        <p:txBody>
          <a:bodyPr>
            <a:normAutofit/>
          </a:bodyPr>
          <a:lstStyle/>
          <a:p>
            <a:pPr algn="ctr"/>
            <a:r>
              <a:rPr lang="en-US" dirty="0"/>
              <a:t>Blame</a:t>
            </a:r>
          </a:p>
        </p:txBody>
      </p:sp>
      <p:sp>
        <p:nvSpPr>
          <p:cNvPr id="11" name="Rectangle 10">
            <a:extLst>
              <a:ext uri="{FF2B5EF4-FFF2-40B4-BE49-F238E27FC236}">
                <a16:creationId xmlns:a16="http://schemas.microsoft.com/office/drawing/2014/main" id="{0B25D2F4-7A0E-ACA7-3A97-AEE028D25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37234"/>
            <a:ext cx="12192000" cy="312031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E20C9A2-79B6-1143-F0B3-45FA44C2AB64}"/>
              </a:ext>
            </a:extLst>
          </p:cNvPr>
          <p:cNvGraphicFramePr>
            <a:graphicFrameLocks noGrp="1"/>
          </p:cNvGraphicFramePr>
          <p:nvPr>
            <p:ph idx="1"/>
            <p:extLst>
              <p:ext uri="{D42A27DB-BD31-4B8C-83A1-F6EECF244321}">
                <p14:modId xmlns:p14="http://schemas.microsoft.com/office/powerpoint/2010/main" val="1259822616"/>
              </p:ext>
            </p:extLst>
          </p:nvPr>
        </p:nvGraphicFramePr>
        <p:xfrm>
          <a:off x="952500" y="2393094"/>
          <a:ext cx="10287000" cy="3702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0849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86FDE-AEE3-6C66-BC6C-5A27A937AF2E}"/>
              </a:ext>
            </a:extLst>
          </p:cNvPr>
          <p:cNvSpPr>
            <a:spLocks noGrp="1"/>
          </p:cNvSpPr>
          <p:nvPr>
            <p:ph type="title"/>
          </p:nvPr>
        </p:nvSpPr>
        <p:spPr/>
        <p:txBody>
          <a:bodyPr/>
          <a:lstStyle/>
          <a:p>
            <a:r>
              <a:rPr lang="en-US" dirty="0"/>
              <a:t>Outcome Bias</a:t>
            </a:r>
          </a:p>
        </p:txBody>
      </p:sp>
      <p:graphicFrame>
        <p:nvGraphicFramePr>
          <p:cNvPr id="15" name="Content Placeholder 2">
            <a:extLst>
              <a:ext uri="{FF2B5EF4-FFF2-40B4-BE49-F238E27FC236}">
                <a16:creationId xmlns:a16="http://schemas.microsoft.com/office/drawing/2014/main" id="{53BCB0CE-B2B2-0B54-4922-B2D9EB39E8E5}"/>
              </a:ext>
            </a:extLst>
          </p:cNvPr>
          <p:cNvGraphicFramePr>
            <a:graphicFrameLocks noGrp="1"/>
          </p:cNvGraphicFramePr>
          <p:nvPr>
            <p:ph idx="1"/>
          </p:nvPr>
        </p:nvGraphicFramePr>
        <p:xfrm>
          <a:off x="952500" y="2285997"/>
          <a:ext cx="10287000" cy="38909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5325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8B38D4-9D92-4608-A16B-260E8CC21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9D51C6D-A440-71F4-45C3-86809652E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9" cy="6858000"/>
          </a:xfrm>
          <a:prstGeom prst="rect">
            <a:avLst/>
          </a:prstGeom>
          <a:gradFill>
            <a:gsLst>
              <a:gs pos="20000">
                <a:schemeClr val="accent1">
                  <a:lumMod val="60000"/>
                  <a:lumOff val="40000"/>
                  <a:alpha val="0"/>
                </a:schemeClr>
              </a:gs>
              <a:gs pos="90000">
                <a:schemeClr val="accent1">
                  <a:lumMod val="60000"/>
                  <a:lumOff val="4000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99FA5DBC-93F5-A63F-41A3-8C0F26EE5E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341" y="1251602"/>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DF11B22-EA21-0AA4-73BA-D4B70D2E14B1}"/>
              </a:ext>
            </a:extLst>
          </p:cNvPr>
          <p:cNvSpPr>
            <a:spLocks noGrp="1"/>
          </p:cNvSpPr>
          <p:nvPr>
            <p:ph type="title"/>
          </p:nvPr>
        </p:nvSpPr>
        <p:spPr>
          <a:xfrm>
            <a:off x="1207828" y="2286000"/>
            <a:ext cx="3643951" cy="2286000"/>
          </a:xfrm>
        </p:spPr>
        <p:txBody>
          <a:bodyPr anchor="ctr">
            <a:normAutofit/>
          </a:bodyPr>
          <a:lstStyle/>
          <a:p>
            <a:pPr algn="ctr"/>
            <a:r>
              <a:rPr lang="en-US" dirty="0"/>
              <a:t>Lack of transparency</a:t>
            </a:r>
            <a:endParaRPr lang="en-US"/>
          </a:p>
        </p:txBody>
      </p:sp>
      <p:graphicFrame>
        <p:nvGraphicFramePr>
          <p:cNvPr id="5" name="Content Placeholder 2">
            <a:extLst>
              <a:ext uri="{FF2B5EF4-FFF2-40B4-BE49-F238E27FC236}">
                <a16:creationId xmlns:a16="http://schemas.microsoft.com/office/drawing/2014/main" id="{3143F134-5FCE-1455-E0FC-10A74AAF3A0B}"/>
              </a:ext>
            </a:extLst>
          </p:cNvPr>
          <p:cNvGraphicFramePr>
            <a:graphicFrameLocks noGrp="1"/>
          </p:cNvGraphicFramePr>
          <p:nvPr>
            <p:ph idx="1"/>
            <p:extLst>
              <p:ext uri="{D42A27DB-BD31-4B8C-83A1-F6EECF244321}">
                <p14:modId xmlns:p14="http://schemas.microsoft.com/office/powerpoint/2010/main" val="2645947211"/>
              </p:ext>
            </p:extLst>
          </p:nvPr>
        </p:nvGraphicFramePr>
        <p:xfrm>
          <a:off x="7048500" y="886352"/>
          <a:ext cx="4092594" cy="50881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7572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DAD064D-86F0-42ED-B520-996898579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8FDAC2-EDC2-B31B-0471-C2757BC2717B}"/>
              </a:ext>
            </a:extLst>
          </p:cNvPr>
          <p:cNvSpPr>
            <a:spLocks noGrp="1"/>
          </p:cNvSpPr>
          <p:nvPr>
            <p:ph type="title"/>
          </p:nvPr>
        </p:nvSpPr>
        <p:spPr>
          <a:xfrm>
            <a:off x="952500" y="812042"/>
            <a:ext cx="4264686" cy="1092958"/>
          </a:xfrm>
        </p:spPr>
        <p:txBody>
          <a:bodyPr>
            <a:normAutofit/>
          </a:bodyPr>
          <a:lstStyle/>
          <a:p>
            <a:pPr>
              <a:lnSpc>
                <a:spcPct val="110000"/>
              </a:lnSpc>
            </a:pPr>
            <a:r>
              <a:rPr lang="en-US" sz="2000"/>
              <a:t>Inconsistent assessment processes</a:t>
            </a:r>
          </a:p>
        </p:txBody>
      </p:sp>
      <p:sp>
        <p:nvSpPr>
          <p:cNvPr id="11" name="Rectangle 10">
            <a:extLst>
              <a:ext uri="{FF2B5EF4-FFF2-40B4-BE49-F238E27FC236}">
                <a16:creationId xmlns:a16="http://schemas.microsoft.com/office/drawing/2014/main" id="{17A4D85E-F98A-F670-16C3-7B2B0DA3A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17781"/>
            <a:ext cx="6096000" cy="3640219"/>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EC6056E-5055-9768-8314-B958899A92C0}"/>
              </a:ext>
            </a:extLst>
          </p:cNvPr>
          <p:cNvSpPr>
            <a:spLocks noGrp="1"/>
          </p:cNvSpPr>
          <p:nvPr>
            <p:ph idx="1"/>
          </p:nvPr>
        </p:nvSpPr>
        <p:spPr>
          <a:xfrm>
            <a:off x="952500" y="2285997"/>
            <a:ext cx="4191000" cy="3890965"/>
          </a:xfrm>
        </p:spPr>
        <p:txBody>
          <a:bodyPr>
            <a:normAutofit/>
          </a:bodyPr>
          <a:lstStyle/>
          <a:p>
            <a:pPr>
              <a:lnSpc>
                <a:spcPct val="110000"/>
              </a:lnSpc>
            </a:pPr>
            <a:r>
              <a:rPr lang="en-US" sz="1500"/>
              <a:t>Use consistent processes to understand why a person did what they did in the context of the situation at the time of the incident. </a:t>
            </a:r>
          </a:p>
          <a:p>
            <a:pPr>
              <a:lnSpc>
                <a:spcPct val="110000"/>
              </a:lnSpc>
            </a:pPr>
            <a:r>
              <a:rPr lang="en-US" sz="1500"/>
              <a:t>Use consistent processes to determine appropriate responses to the people involved.</a:t>
            </a:r>
          </a:p>
          <a:p>
            <a:pPr>
              <a:lnSpc>
                <a:spcPct val="110000"/>
              </a:lnSpc>
            </a:pPr>
            <a:r>
              <a:rPr lang="en-US" sz="1500"/>
              <a:t>Use the knowledge gained from the context of information to view the events and how the actions were influenced in the context of the situation. </a:t>
            </a:r>
          </a:p>
          <a:p>
            <a:pPr>
              <a:lnSpc>
                <a:spcPct val="110000"/>
              </a:lnSpc>
            </a:pPr>
            <a:r>
              <a:rPr lang="en-US" sz="1500"/>
              <a:t>The key is to be consistent and treat everyone with fairness</a:t>
            </a:r>
          </a:p>
        </p:txBody>
      </p:sp>
      <p:pic>
        <p:nvPicPr>
          <p:cNvPr id="5" name="Picture 4" descr="Sticky notes on a wall">
            <a:extLst>
              <a:ext uri="{FF2B5EF4-FFF2-40B4-BE49-F238E27FC236}">
                <a16:creationId xmlns:a16="http://schemas.microsoft.com/office/drawing/2014/main" id="{3CBA0C49-7F31-4CFC-9B89-2DC12AA49E29}"/>
              </a:ext>
            </a:extLst>
          </p:cNvPr>
          <p:cNvPicPr>
            <a:picLocks noChangeAspect="1"/>
          </p:cNvPicPr>
          <p:nvPr/>
        </p:nvPicPr>
        <p:blipFill>
          <a:blip r:embed="rId2"/>
          <a:srcRect l="18869" r="19132" b="2"/>
          <a:stretch>
            <a:fillRect/>
          </a:stretch>
        </p:blipFill>
        <p:spPr>
          <a:xfrm>
            <a:off x="6096000" y="10"/>
            <a:ext cx="6095999" cy="6857990"/>
          </a:xfrm>
          <a:prstGeom prst="rect">
            <a:avLst/>
          </a:prstGeom>
        </p:spPr>
      </p:pic>
    </p:spTree>
    <p:extLst>
      <p:ext uri="{BB962C8B-B14F-4D97-AF65-F5344CB8AC3E}">
        <p14:creationId xmlns:p14="http://schemas.microsoft.com/office/powerpoint/2010/main" val="3427741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1C74AEE6-9CA7-5247-DC34-99634247DF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FC6F8EF8-DB86-BC7F-35DC-B66F068FC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BC8D383-4E6C-02EE-EBF0-161AF241F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6" y="0"/>
            <a:ext cx="12192000" cy="6858000"/>
          </a:xfrm>
          <a:prstGeom prst="rect">
            <a:avLst/>
          </a:prstGeom>
          <a:gradFill>
            <a:gsLst>
              <a:gs pos="18000">
                <a:schemeClr val="accent1">
                  <a:lumMod val="60000"/>
                  <a:lumOff val="40000"/>
                  <a:alpha val="0"/>
                </a:schemeClr>
              </a:gs>
              <a:gs pos="90000">
                <a:schemeClr val="accent1">
                  <a:lumMod val="60000"/>
                  <a:lumOff val="4000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ACDE52ED-9672-C6F4-5341-0DADA9917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505" y="788505"/>
            <a:ext cx="5280991" cy="5280991"/>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B3DBBFC-ECC4-E0A7-E7F3-49DDFDA62812}"/>
              </a:ext>
            </a:extLst>
          </p:cNvPr>
          <p:cNvSpPr>
            <a:spLocks noGrp="1"/>
          </p:cNvSpPr>
          <p:nvPr>
            <p:ph type="title"/>
          </p:nvPr>
        </p:nvSpPr>
        <p:spPr>
          <a:xfrm>
            <a:off x="4068418" y="1875188"/>
            <a:ext cx="4055166" cy="1776242"/>
          </a:xfrm>
        </p:spPr>
        <p:txBody>
          <a:bodyPr vert="horz" lIns="91440" tIns="45720" rIns="91440" bIns="45720" rtlCol="0" anchor="b">
            <a:normAutofit/>
          </a:bodyPr>
          <a:lstStyle/>
          <a:p>
            <a:pPr algn="ctr">
              <a:lnSpc>
                <a:spcPct val="120000"/>
              </a:lnSpc>
            </a:pPr>
            <a:r>
              <a:rPr lang="en-US" sz="2800"/>
              <a:t>Works Cited</a:t>
            </a:r>
          </a:p>
        </p:txBody>
      </p:sp>
      <p:sp>
        <p:nvSpPr>
          <p:cNvPr id="3" name="Text Placeholder 2">
            <a:extLst>
              <a:ext uri="{FF2B5EF4-FFF2-40B4-BE49-F238E27FC236}">
                <a16:creationId xmlns:a16="http://schemas.microsoft.com/office/drawing/2014/main" id="{8897AE86-2003-5538-52D3-712C40137B48}"/>
              </a:ext>
            </a:extLst>
          </p:cNvPr>
          <p:cNvSpPr>
            <a:spLocks noGrp="1"/>
          </p:cNvSpPr>
          <p:nvPr>
            <p:ph type="body" idx="1"/>
          </p:nvPr>
        </p:nvSpPr>
        <p:spPr>
          <a:xfrm>
            <a:off x="4479234" y="4239929"/>
            <a:ext cx="3233531" cy="1233213"/>
          </a:xfrm>
        </p:spPr>
        <p:txBody>
          <a:bodyPr vert="horz" lIns="91440" tIns="45720" rIns="91440" bIns="45720" rtlCol="0">
            <a:normAutofit/>
          </a:bodyPr>
          <a:lstStyle/>
          <a:p>
            <a:pPr algn="ctr"/>
            <a:r>
              <a:rPr lang="en-US"/>
              <a:t>https://justculture.hqa.ca/what-is-a-just-culture/</a:t>
            </a:r>
          </a:p>
        </p:txBody>
      </p:sp>
      <p:cxnSp>
        <p:nvCxnSpPr>
          <p:cNvPr id="18" name="Straight Connector 17">
            <a:extLst>
              <a:ext uri="{FF2B5EF4-FFF2-40B4-BE49-F238E27FC236}">
                <a16:creationId xmlns:a16="http://schemas.microsoft.com/office/drawing/2014/main" id="{A48FFDED-D19A-5971-9E62-D66F69A8F8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0423" y="395142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957814"/>
      </p:ext>
    </p:extLst>
  </p:cSld>
  <p:clrMapOvr>
    <a:masterClrMapping/>
  </p:clrMapOvr>
</p:sld>
</file>

<file path=ppt/theme/theme1.xml><?xml version="1.0" encoding="utf-8"?>
<a:theme xmlns:a="http://schemas.openxmlformats.org/drawingml/2006/main" name="AfterglowVTI">
  <a:themeElements>
    <a:clrScheme name="Custom 7">
      <a:dk1>
        <a:sysClr val="windowText" lastClr="000000"/>
      </a:dk1>
      <a:lt1>
        <a:sysClr val="window" lastClr="FFFFFF"/>
      </a:lt1>
      <a:dk2>
        <a:srgbClr val="0A2E36"/>
      </a:dk2>
      <a:lt2>
        <a:srgbClr val="E7E6E6"/>
      </a:lt2>
      <a:accent1>
        <a:srgbClr val="188659"/>
      </a:accent1>
      <a:accent2>
        <a:srgbClr val="A3A300"/>
      </a:accent2>
      <a:accent3>
        <a:srgbClr val="00ADA8"/>
      </a:accent3>
      <a:accent4>
        <a:srgbClr val="EA0440"/>
      </a:accent4>
      <a:accent5>
        <a:srgbClr val="92278F"/>
      </a:accent5>
      <a:accent6>
        <a:srgbClr val="E15BC1"/>
      </a:accent6>
      <a:hlink>
        <a:srgbClr val="188659"/>
      </a:hlink>
      <a:folHlink>
        <a:srgbClr val="EA0440"/>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docProps/app.xml><?xml version="1.0" encoding="utf-8"?>
<Properties xmlns="http://schemas.openxmlformats.org/officeDocument/2006/extended-properties" xmlns:vt="http://schemas.openxmlformats.org/officeDocument/2006/docPropsVTypes">
  <Template>Ion</Template>
  <TotalTime>29</TotalTime>
  <Words>376</Words>
  <Application>Microsoft Office PowerPoint</Application>
  <PresentationFormat>Widescreen</PresentationFormat>
  <Paragraphs>22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Trade Gothic Next Cond</vt:lpstr>
      <vt:lpstr>Trade Gothic Next Light</vt:lpstr>
      <vt:lpstr>AfterglowVTI</vt:lpstr>
      <vt:lpstr>The barriers/challenges to implementing a just culture</vt:lpstr>
      <vt:lpstr>What is a just culture?</vt:lpstr>
      <vt:lpstr>What are the key barriers to creating a just culture?</vt:lpstr>
      <vt:lpstr>Blame</vt:lpstr>
      <vt:lpstr>Outcome Bias</vt:lpstr>
      <vt:lpstr>Lack of transparency</vt:lpstr>
      <vt:lpstr>Inconsistent assessment processes</vt:lpstr>
      <vt:lpstr>Works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Noah McCarthy</dc:creator>
  <cp:lastModifiedBy>Noah McCarthy</cp:lastModifiedBy>
  <cp:revision>1</cp:revision>
  <dcterms:created xsi:type="dcterms:W3CDTF">2026-09-27T23:28:18Z</dcterms:created>
  <dcterms:modified xsi:type="dcterms:W3CDTF">2026-09-27T23:57:44Z</dcterms:modified>
</cp:coreProperties>
</file>